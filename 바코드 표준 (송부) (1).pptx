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16.xml" ContentType="application/vnd.openxmlformats-officedocument.theme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theme/theme17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18.xml" ContentType="application/vnd.openxmlformats-officedocument.theme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theme/theme19.xml" ContentType="application/vnd.openxmlformats-officedocument.theme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theme/theme20.xml" ContentType="application/vnd.openxmlformats-officedocument.theme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4" r:id="rId2"/>
    <p:sldMasterId id="2147483686" r:id="rId3"/>
    <p:sldMasterId id="2147483698" r:id="rId4"/>
    <p:sldMasterId id="2147483710" r:id="rId5"/>
    <p:sldMasterId id="2147483722" r:id="rId6"/>
    <p:sldMasterId id="2147483734" r:id="rId7"/>
    <p:sldMasterId id="2147483746" r:id="rId8"/>
    <p:sldMasterId id="2147483761" r:id="rId9"/>
    <p:sldMasterId id="2147483773" r:id="rId10"/>
    <p:sldMasterId id="2147483824" r:id="rId11"/>
    <p:sldMasterId id="2147483861" r:id="rId12"/>
    <p:sldMasterId id="2147483881" r:id="rId13"/>
    <p:sldMasterId id="2147483896" r:id="rId14"/>
    <p:sldMasterId id="2147483908" r:id="rId15"/>
    <p:sldMasterId id="2147483935" r:id="rId16"/>
    <p:sldMasterId id="2147483940" r:id="rId17"/>
    <p:sldMasterId id="2147483956" r:id="rId18"/>
    <p:sldMasterId id="2147483976" r:id="rId19"/>
    <p:sldMasterId id="2147483988" r:id="rId20"/>
    <p:sldMasterId id="2147484001" r:id="rId21"/>
  </p:sldMasterIdLst>
  <p:notesMasterIdLst>
    <p:notesMasterId r:id="rId25"/>
  </p:notesMasterIdLst>
  <p:sldIdLst>
    <p:sldId id="483" r:id="rId22"/>
    <p:sldId id="484" r:id="rId23"/>
    <p:sldId id="485" r:id="rId24"/>
  </p:sldIdLst>
  <p:sldSz cx="9906000" cy="6858000" type="A4"/>
  <p:notesSz cx="8394700" cy="120999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FFCCCC"/>
    <a:srgbClr val="FFCC99"/>
    <a:srgbClr val="8181FF"/>
    <a:srgbClr val="0000FF"/>
    <a:srgbClr val="BEBEBE"/>
    <a:srgbClr val="8989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73" autoAdjust="0"/>
    <p:restoredTop sz="99523" autoAdjust="0"/>
  </p:normalViewPr>
  <p:slideViewPr>
    <p:cSldViewPr>
      <p:cViewPr varScale="1">
        <p:scale>
          <a:sx n="117" d="100"/>
          <a:sy n="117" d="100"/>
        </p:scale>
        <p:origin x="1446" y="96"/>
      </p:cViewPr>
      <p:guideLst>
        <p:guide orient="horz" pos="2160"/>
        <p:guide pos="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2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37703" cy="604996"/>
          </a:xfrm>
          <a:prstGeom prst="rect">
            <a:avLst/>
          </a:prstGeom>
        </p:spPr>
        <p:txBody>
          <a:bodyPr vert="horz" lIns="113267" tIns="56633" rIns="113267" bIns="56633" rtlCol="0"/>
          <a:lstStyle>
            <a:lvl1pPr algn="l">
              <a:defRPr sz="15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755054" y="0"/>
            <a:ext cx="3637703" cy="604996"/>
          </a:xfrm>
          <a:prstGeom prst="rect">
            <a:avLst/>
          </a:prstGeom>
        </p:spPr>
        <p:txBody>
          <a:bodyPr vert="horz" lIns="113267" tIns="56633" rIns="113267" bIns="56633" rtlCol="0"/>
          <a:lstStyle>
            <a:lvl1pPr algn="r">
              <a:defRPr sz="1500"/>
            </a:lvl1pPr>
          </a:lstStyle>
          <a:p>
            <a:fld id="{409478E5-BB4A-406F-9CFC-AD23126D246F}" type="datetimeFigureOut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908050"/>
            <a:ext cx="6553200" cy="4537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3267" tIns="56633" rIns="113267" bIns="566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839470" y="5747465"/>
            <a:ext cx="6715760" cy="5444966"/>
          </a:xfrm>
          <a:prstGeom prst="rect">
            <a:avLst/>
          </a:prstGeom>
        </p:spPr>
        <p:txBody>
          <a:bodyPr vert="horz" lIns="113267" tIns="56633" rIns="113267" bIns="56633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492829"/>
            <a:ext cx="3637703" cy="604996"/>
          </a:xfrm>
          <a:prstGeom prst="rect">
            <a:avLst/>
          </a:prstGeom>
        </p:spPr>
        <p:txBody>
          <a:bodyPr vert="horz" lIns="113267" tIns="56633" rIns="113267" bIns="56633" rtlCol="0" anchor="b"/>
          <a:lstStyle>
            <a:lvl1pPr algn="l">
              <a:defRPr sz="15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755054" y="11492829"/>
            <a:ext cx="3637703" cy="604996"/>
          </a:xfrm>
          <a:prstGeom prst="rect">
            <a:avLst/>
          </a:prstGeom>
        </p:spPr>
        <p:txBody>
          <a:bodyPr vert="horz" lIns="113267" tIns="56633" rIns="113267" bIns="56633" rtlCol="0" anchor="b"/>
          <a:lstStyle>
            <a:lvl1pPr algn="r">
              <a:defRPr sz="1500"/>
            </a:lvl1pPr>
          </a:lstStyle>
          <a:p>
            <a:fld id="{0287D8F9-C78F-4A8E-BBCE-61058343B9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89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0913" y="908050"/>
            <a:ext cx="6551612" cy="4535488"/>
          </a:xfrm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3" y="2130439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4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21CA2-264A-46EA-B2E6-A0505BAE66F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80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A4609-7FC2-46CA-AEB3-4653257B738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2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41" y="4406914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41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A3EAF-DD74-4467-B4EE-3175A8D1FBC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908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2" y="1600206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199" y="1600206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DF620-B548-418B-9F80-06EA59998FC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30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3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3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9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9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FED16-AF9A-4616-83FC-4FD6CD44EF1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90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F6DF5-5B16-453A-AE9A-9EABFB4D4F7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55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0781C7-1A6A-4478-96FE-4D836A6297C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89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3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499" y="273058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3" y="1435103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8969B-CFDB-428D-8822-A5F90498E96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4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4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4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4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C1B37-8A6B-48E3-B47C-2A6EDC318CC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68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189E7-BD7C-4239-9305-5F8266B0AD6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09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6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7" y="274646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780B0-679C-46B2-AF83-F5A6C7E7FC9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138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3AFDAB5-3A35-4FAC-9136-647888E841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454624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D9AEC3E-F85A-49CA-BCED-EB71A652E1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29849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148728C-DE77-4A3D-839E-4966B8B11C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781593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9F05579-3D6C-4FA3-B920-3B07BE3661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67652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30549F3-1399-4406-A8F0-E12D3B04BF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63145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229D1EF-723E-45AA-9A7E-7AEFCEB55B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273615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6471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D2A51A1-CC38-4E42-8AB1-35DCBF6639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97603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19A824C-ED09-4CFE-AFDA-AEEE02C434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93972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BC74B36-D4DE-46EF-9C52-E342D27312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82787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AE7684D-3765-4418-B98D-DAA3E62923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62323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3AFDAB5-3A35-4FAC-9136-647888E841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365508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D9AEC3E-F85A-49CA-BCED-EB71A652E1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1433105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148728C-DE77-4A3D-839E-4966B8B11C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0197214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9F05579-3D6C-4FA3-B920-3B07BE3661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0620525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30549F3-1399-4406-A8F0-E12D3B04BF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979860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229D1EF-723E-45AA-9A7E-7AEFCEB55B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65582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403726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D2A51A1-CC38-4E42-8AB1-35DCBF6639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0702203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19A824C-ED09-4CFE-AFDA-AEEE02C434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3424399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BC74B36-D4DE-46EF-9C52-E342D27312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8479537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AE7684D-3765-4418-B98D-DAA3E62923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4157438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E49898B-F266-4792-B83B-075D3E8A51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4391634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7BF24EE7-157F-4F1E-90CF-B295C18374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0185870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565DBB5C-2B6B-4F16-84E6-45244BF4A0B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830922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5D52D72-47E2-4750-ABB6-A61C925EBAB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3346661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4B32795D-7C3B-4AF2-954E-357231AA8B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0668103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8AF5306-B3A3-41B7-A3B2-D06EDE5F01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80501371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4855916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A2B256F-44DC-4FB8-B5F2-65E93E11E7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0652018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F61AA65-E358-4167-B8E8-289F44B97E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8748068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7860E6F-65F8-4840-8C7F-9EE19D6F47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3767633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9065D9F-4E27-4FDB-8E6C-38569AC11E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algn="l" defTabSz="91343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8117049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3AFDAB5-3A35-4FAC-9136-647888E841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3141173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D9AEC3E-F85A-49CA-BCED-EB71A652E1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4522096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148728C-DE77-4A3D-839E-4966B8B11C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00082591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9F05579-3D6C-4FA3-B920-3B07BE3661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9237129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30549F3-1399-4406-A8F0-E12D3B04BF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5420326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229D1EF-723E-45AA-9A7E-7AEFCEB55B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4768798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649937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D2A51A1-CC38-4E42-8AB1-35DCBF6639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2271886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19A824C-ED09-4CFE-AFDA-AEEE02C434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8165163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BC74B36-D4DE-46EF-9C52-E342D27312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9400462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AE7684D-3765-4418-B98D-DAA3E62923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3874006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3AFDAB5-3A35-4FAC-9136-647888E841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4324173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D9AEC3E-F85A-49CA-BCED-EB71A652E1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28178309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148728C-DE77-4A3D-839E-4966B8B11C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1686707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9F05579-3D6C-4FA3-B920-3B07BE3661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7689267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30549F3-1399-4406-A8F0-E12D3B04BF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5675775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229D1EF-723E-45AA-9A7E-7AEFCEB55B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438452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341364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D2A51A1-CC38-4E42-8AB1-35DCBF6639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4057901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19A824C-ED09-4CFE-AFDA-AEEE02C434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6836541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BC74B36-D4DE-46EF-9C52-E342D27312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8346423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AE7684D-3765-4418-B98D-DAA3E62923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8331558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15D672F-7C7B-49F4-9EB5-99E595DFD46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9493258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E9A97CD6-454C-4B7E-9430-328E7E10E84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615344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733168EC-FC22-41C6-A939-B637908951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8427509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BD3527F-209B-4418-B78E-FBA23FB7A8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9737697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99C8B6E-24DD-40C3-8529-9E004251A76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9844640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556A3095-50B1-4DCC-A6D5-B352E0E2AA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4803930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9138341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B11CFC4-86CC-4885-A826-1729ED072D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3517579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1230D9B-2192-46E1-B685-A76AC79A7E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4837979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ED46C5C-4B62-4B03-8B28-CFE4E3C88D0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2010309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D647A12-6399-4DE9-87E4-E9E443909D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8103610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50859629-8166-427C-B65F-34628A9677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5810322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D801150-68E8-47B7-A80F-0DBAC0C7CD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1238672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0B3111F-AC33-4D90-A48E-23A8C42B5C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140729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95AD5AE6-6604-49E0-B6C0-2F1E7DA85C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7790877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7E16DB75-06F5-4561-AAA1-763EC14ACC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3320641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754C7A97-64E8-4CC3-9B6A-34C9F7B4994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128537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77450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289F275-18B8-4A33-92FB-5CE75613E0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3799150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AF2A9D5-4B8B-493F-B647-7C21B985F1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1689102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767E0DA-355A-4D25-A9DB-6BC14D392C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54080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12E62E7-883E-4376-99E9-CD6D56A6CBE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7006386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4FFE48C-C84E-4D1E-897A-2EA720CEC7D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3923407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4D9C0CD-715F-4A99-B8DE-B8E42BD57B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1862117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28DA649-EEFE-4632-BF2E-C3521516C9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989856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2710F2D-5548-452B-A575-8D52242DA9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7059342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881BD99-F5E9-4D1F-AB95-FE8D8D02A5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4758899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F362C9C-043F-4E64-BFB6-19D61A84078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1132254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41572"/>
      </p:ext>
    </p:extLst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B8B90C0-15BE-4241-AC3F-2B7FBDEF50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1920906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65F7063-4841-4498-A8EE-6AA3585433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5875666"/>
      </p:ext>
    </p:extLst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80A6DCD-129E-4408-B015-59289382E65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4244917"/>
      </p:ext>
    </p:extLst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7EE84A6-5408-481E-B8AB-E1961BEC55F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901032"/>
      </p:ext>
    </p:extLst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46" y="2130899"/>
            <a:ext cx="8420928" cy="1469787"/>
          </a:xfrm>
          <a:prstGeom prst="rect">
            <a:avLst/>
          </a:prstGeom>
        </p:spPr>
        <p:txBody>
          <a:bodyPr lIns="86656" tIns="43330" rIns="86656" bIns="43330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9" y="3886815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287" indent="0" algn="ctr">
              <a:buNone/>
              <a:defRPr/>
            </a:lvl2pPr>
            <a:lvl3pPr marL="866579" indent="0" algn="ctr">
              <a:buNone/>
              <a:defRPr/>
            </a:lvl3pPr>
            <a:lvl4pPr marL="1299863" indent="0" algn="ctr">
              <a:buNone/>
              <a:defRPr/>
            </a:lvl4pPr>
            <a:lvl5pPr marL="1733156" indent="0" algn="ctr">
              <a:buNone/>
              <a:defRPr/>
            </a:lvl5pPr>
            <a:lvl6pPr marL="2166446" indent="0" algn="ctr">
              <a:buNone/>
              <a:defRPr/>
            </a:lvl6pPr>
            <a:lvl7pPr marL="2599735" indent="0" algn="ctr">
              <a:buNone/>
              <a:defRPr/>
            </a:lvl7pPr>
            <a:lvl8pPr marL="3033024" indent="0" algn="ctr">
              <a:buNone/>
              <a:defRPr/>
            </a:lvl8pPr>
            <a:lvl9pPr marL="3466312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11B5B46-06A3-4059-A1B3-E3DDA8E150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0892155"/>
      </p:ext>
    </p:extLst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4085"/>
            <a:ext cx="8914947" cy="1143000"/>
          </a:xfrm>
          <a:prstGeom prst="rect">
            <a:avLst/>
          </a:prstGeom>
        </p:spPr>
        <p:txBody>
          <a:bodyPr lIns="86656" tIns="43330" rIns="86656" bIns="43330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A29B282-9DB3-4A68-B8A8-C9800B8936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482572"/>
      </p:ext>
    </p:extLst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3" y="4406348"/>
            <a:ext cx="8419422" cy="1362866"/>
          </a:xfrm>
          <a:prstGeom prst="rect">
            <a:avLst/>
          </a:prstGeom>
        </p:spPr>
        <p:txBody>
          <a:bodyPr lIns="86656" tIns="43330" rIns="86656" bIns="43330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3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287" indent="0">
              <a:buNone/>
              <a:defRPr sz="1700"/>
            </a:lvl2pPr>
            <a:lvl3pPr marL="866579" indent="0">
              <a:buNone/>
              <a:defRPr sz="1500"/>
            </a:lvl3pPr>
            <a:lvl4pPr marL="1299863" indent="0">
              <a:buNone/>
              <a:defRPr sz="1300"/>
            </a:lvl4pPr>
            <a:lvl5pPr marL="1733156" indent="0">
              <a:buNone/>
              <a:defRPr sz="1300"/>
            </a:lvl5pPr>
            <a:lvl6pPr marL="2166446" indent="0">
              <a:buNone/>
              <a:defRPr sz="1300"/>
            </a:lvl6pPr>
            <a:lvl7pPr marL="2599735" indent="0">
              <a:buNone/>
              <a:defRPr sz="1300"/>
            </a:lvl7pPr>
            <a:lvl8pPr marL="3033024" indent="0">
              <a:buNone/>
              <a:defRPr sz="1300"/>
            </a:lvl8pPr>
            <a:lvl9pPr marL="3466312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428D5751-330E-40B1-B805-09A0C89578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9695812"/>
      </p:ext>
    </p:extLst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4085"/>
            <a:ext cx="8914947" cy="1143000"/>
          </a:xfrm>
          <a:prstGeom prst="rect">
            <a:avLst/>
          </a:prstGeom>
        </p:spPr>
        <p:txBody>
          <a:bodyPr lIns="86656" tIns="43330" rIns="86656" bIns="43330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7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6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BD5184B-BE31-4766-A4B7-A3C3D63463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2341017"/>
      </p:ext>
    </p:extLst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4085"/>
            <a:ext cx="8914947" cy="1143000"/>
          </a:xfrm>
          <a:prstGeom prst="rect">
            <a:avLst/>
          </a:prstGeom>
        </p:spPr>
        <p:txBody>
          <a:bodyPr lIns="86656" tIns="43330" rIns="86656" bIns="43330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8" y="1534561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287" indent="0">
              <a:buNone/>
              <a:defRPr sz="1900" b="1"/>
            </a:lvl2pPr>
            <a:lvl3pPr marL="866579" indent="0">
              <a:buNone/>
              <a:defRPr sz="1700" b="1"/>
            </a:lvl3pPr>
            <a:lvl4pPr marL="1299863" indent="0">
              <a:buNone/>
              <a:defRPr sz="1500" b="1"/>
            </a:lvl4pPr>
            <a:lvl5pPr marL="1733156" indent="0">
              <a:buNone/>
              <a:defRPr sz="1500" b="1"/>
            </a:lvl5pPr>
            <a:lvl6pPr marL="2166446" indent="0">
              <a:buNone/>
              <a:defRPr sz="1500" b="1"/>
            </a:lvl6pPr>
            <a:lvl7pPr marL="2599735" indent="0">
              <a:buNone/>
              <a:defRPr sz="1500" b="1"/>
            </a:lvl7pPr>
            <a:lvl8pPr marL="3033024" indent="0">
              <a:buNone/>
              <a:defRPr sz="1500" b="1"/>
            </a:lvl8pPr>
            <a:lvl9pPr marL="3466312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8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5" y="1534561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287" indent="0">
              <a:buNone/>
              <a:defRPr sz="1900" b="1"/>
            </a:lvl2pPr>
            <a:lvl3pPr marL="866579" indent="0">
              <a:buNone/>
              <a:defRPr sz="1700" b="1"/>
            </a:lvl3pPr>
            <a:lvl4pPr marL="1299863" indent="0">
              <a:buNone/>
              <a:defRPr sz="1500" b="1"/>
            </a:lvl4pPr>
            <a:lvl5pPr marL="1733156" indent="0">
              <a:buNone/>
              <a:defRPr sz="1500" b="1"/>
            </a:lvl5pPr>
            <a:lvl6pPr marL="2166446" indent="0">
              <a:buNone/>
              <a:defRPr sz="1500" b="1"/>
            </a:lvl6pPr>
            <a:lvl7pPr marL="2599735" indent="0">
              <a:buNone/>
              <a:defRPr sz="1500" b="1"/>
            </a:lvl7pPr>
            <a:lvl8pPr marL="3033024" indent="0">
              <a:buNone/>
              <a:defRPr sz="1500" b="1"/>
            </a:lvl8pPr>
            <a:lvl9pPr marL="3466312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5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470A394-9EBD-4711-BB04-5795BD2EB3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4561375"/>
      </p:ext>
    </p:extLst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4085"/>
            <a:ext cx="8914947" cy="1143000"/>
          </a:xfrm>
          <a:prstGeom prst="rect">
            <a:avLst/>
          </a:prstGeom>
        </p:spPr>
        <p:txBody>
          <a:bodyPr lIns="86656" tIns="43330" rIns="86656" bIns="43330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50ACC85-8F12-40C2-8E54-55CAED7443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3837218"/>
      </p:ext>
    </p:extLst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308163E7-2FD8-4F30-B759-692BCCED8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6843141"/>
      </p:ext>
    </p:extLst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2" y="272584"/>
            <a:ext cx="3259325" cy="1162577"/>
          </a:xfrm>
          <a:prstGeom prst="rect">
            <a:avLst/>
          </a:prstGeom>
        </p:spPr>
        <p:txBody>
          <a:bodyPr lIns="86656" tIns="43330" rIns="86656" bIns="43330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3" y="272583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2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287" indent="0">
              <a:buNone/>
              <a:defRPr sz="1100"/>
            </a:lvl2pPr>
            <a:lvl3pPr marL="866579" indent="0">
              <a:buNone/>
              <a:defRPr sz="900"/>
            </a:lvl3pPr>
            <a:lvl4pPr marL="1299863" indent="0">
              <a:buNone/>
              <a:defRPr sz="900"/>
            </a:lvl4pPr>
            <a:lvl5pPr marL="1733156" indent="0">
              <a:buNone/>
              <a:defRPr sz="900"/>
            </a:lvl5pPr>
            <a:lvl6pPr marL="2166446" indent="0">
              <a:buNone/>
              <a:defRPr sz="900"/>
            </a:lvl6pPr>
            <a:lvl7pPr marL="2599735" indent="0">
              <a:buNone/>
              <a:defRPr sz="900"/>
            </a:lvl7pPr>
            <a:lvl8pPr marL="3033024" indent="0">
              <a:buNone/>
              <a:defRPr sz="900"/>
            </a:lvl8pPr>
            <a:lvl9pPr marL="3466312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1F41748-48A6-4556-B3CE-7DB034BD636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9438760"/>
      </p:ext>
    </p:extLst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9"/>
            <a:ext cx="5943298" cy="566229"/>
          </a:xfrm>
          <a:prstGeom prst="rect">
            <a:avLst/>
          </a:prstGeom>
        </p:spPr>
        <p:txBody>
          <a:bodyPr lIns="86656" tIns="43330" rIns="86656" bIns="43330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245" tIns="45622" rIns="91245" bIns="45622"/>
          <a:lstStyle>
            <a:lvl1pPr marL="0" indent="0">
              <a:buNone/>
              <a:defRPr sz="3000"/>
            </a:lvl1pPr>
            <a:lvl2pPr marL="433287" indent="0">
              <a:buNone/>
              <a:defRPr sz="2700"/>
            </a:lvl2pPr>
            <a:lvl3pPr marL="866579" indent="0">
              <a:buNone/>
              <a:defRPr sz="2300"/>
            </a:lvl3pPr>
            <a:lvl4pPr marL="1299863" indent="0">
              <a:buNone/>
              <a:defRPr sz="1900"/>
            </a:lvl4pPr>
            <a:lvl5pPr marL="1733156" indent="0">
              <a:buNone/>
              <a:defRPr sz="1900"/>
            </a:lvl5pPr>
            <a:lvl6pPr marL="2166446" indent="0">
              <a:buNone/>
              <a:defRPr sz="1900"/>
            </a:lvl6pPr>
            <a:lvl7pPr marL="2599735" indent="0">
              <a:buNone/>
              <a:defRPr sz="1900"/>
            </a:lvl7pPr>
            <a:lvl8pPr marL="3033024" indent="0">
              <a:buNone/>
              <a:defRPr sz="1900"/>
            </a:lvl8pPr>
            <a:lvl9pPr marL="3466312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287" indent="0">
              <a:buNone/>
              <a:defRPr sz="1100"/>
            </a:lvl2pPr>
            <a:lvl3pPr marL="866579" indent="0">
              <a:buNone/>
              <a:defRPr sz="900"/>
            </a:lvl3pPr>
            <a:lvl4pPr marL="1299863" indent="0">
              <a:buNone/>
              <a:defRPr sz="900"/>
            </a:lvl4pPr>
            <a:lvl5pPr marL="1733156" indent="0">
              <a:buNone/>
              <a:defRPr sz="900"/>
            </a:lvl5pPr>
            <a:lvl6pPr marL="2166446" indent="0">
              <a:buNone/>
              <a:defRPr sz="900"/>
            </a:lvl6pPr>
            <a:lvl7pPr marL="2599735" indent="0">
              <a:buNone/>
              <a:defRPr sz="900"/>
            </a:lvl7pPr>
            <a:lvl8pPr marL="3033024" indent="0">
              <a:buNone/>
              <a:defRPr sz="900"/>
            </a:lvl8pPr>
            <a:lvl9pPr marL="3466312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154FD65-B1ED-4E26-A2F6-7BD79F46B3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388362"/>
      </p:ext>
    </p:extLst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4085"/>
            <a:ext cx="8914947" cy="1143000"/>
          </a:xfrm>
          <a:prstGeom prst="rect">
            <a:avLst/>
          </a:prstGeom>
        </p:spPr>
        <p:txBody>
          <a:bodyPr lIns="86656" tIns="43330" rIns="86656" bIns="43330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83ADB30-4B3D-4CBF-A8EF-8FA171E166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9177169"/>
      </p:ext>
    </p:extLst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6" y="274079"/>
            <a:ext cx="2227607" cy="5852040"/>
          </a:xfrm>
          <a:prstGeom prst="rect">
            <a:avLst/>
          </a:prstGeom>
        </p:spPr>
        <p:txBody>
          <a:bodyPr vert="eaVert" lIns="86656" tIns="43330" rIns="86656" bIns="43330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1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7ED1ACFB-64FA-465D-A1A0-EC930EDE93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474648"/>
      </p:ext>
    </p:extLst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3AFDAB5-3A35-4FAC-9136-647888E841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5087963"/>
      </p:ext>
    </p:extLst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D9AEC3E-F85A-49CA-BCED-EB71A652E1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8203589"/>
      </p:ext>
    </p:extLst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148728C-DE77-4A3D-839E-4966B8B11C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6704719"/>
      </p:ext>
    </p:extLst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9F05579-3D6C-4FA3-B920-3B07BE3661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1666762"/>
      </p:ext>
    </p:extLst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30549F3-1399-4406-A8F0-E12D3B04BF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6523594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229D1EF-723E-45AA-9A7E-7AEFCEB55B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8457502"/>
      </p:ext>
    </p:extLst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5318339"/>
      </p:ext>
    </p:extLst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D2A51A1-CC38-4E42-8AB1-35DCBF6639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4836871"/>
      </p:ext>
    </p:extLst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19A824C-ED09-4CFE-AFDA-AEEE02C434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89441605"/>
      </p:ext>
    </p:extLst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BC74B36-D4DE-46EF-9C52-E342D27312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1428105"/>
      </p:ext>
    </p:extLst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AE7684D-3765-4418-B98D-DAA3E62923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9720352"/>
      </p:ext>
    </p:extLst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6C0F10E-248B-4B8D-843C-87D0DE4E70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9217642"/>
      </p:ext>
    </p:extLst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10C34DA-17EC-4933-B29A-EB7AED59DF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7452848"/>
      </p:ext>
    </p:extLst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0FC60638-582F-4943-A81A-C4B8467F05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7360747"/>
      </p:ext>
    </p:extLst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2AE4F42-8C3F-4667-8C3C-3A171FC689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8005888"/>
      </p:ext>
    </p:extLst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126A864-C847-4977-8C59-8D0BFD4D58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3793968"/>
      </p:ext>
    </p:extLst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952B75FE-E3BE-4FD7-B4F0-29863B45A0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6282717"/>
      </p:ext>
    </p:extLst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5486227"/>
      </p:ext>
    </p:extLst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76510537-D845-475B-A50F-598D152E35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9175267"/>
      </p:ext>
    </p:extLst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668D08C-ED4E-418D-8C07-E4D20792FC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8402978"/>
      </p:ext>
    </p:extLst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E16CC31E-40A9-4B4B-944B-16D94E9FFA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8369948"/>
      </p:ext>
    </p:extLst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6DBDE9F-0CB7-4D08-9B5E-768EB7947A2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21564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1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1C87A-8486-4D3D-A496-6A10D99D1A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38290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20E2C-D840-44E3-8D79-C4DC2CDF71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07505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6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382B17-2531-4B64-9C3A-68736BF6FD3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17800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42952" y="1981200"/>
            <a:ext cx="4133851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199" y="1981200"/>
            <a:ext cx="4133851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EA83E-C8B6-4391-B47B-50958B0D58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3365405"/>
      </p:ext>
    </p:extLst>
  </p:cSld>
  <p:clrMapOvr>
    <a:masterClrMapping/>
  </p:clrMapOvr>
  <p:transition spd="med">
    <p:fade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9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9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47BE2-4158-4EBE-9FE6-4588D005F0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22941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45252F-BE62-4F49-8643-C9CD86E634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6269536"/>
      </p:ext>
    </p:extLst>
  </p:cSld>
  <p:clrMapOvr>
    <a:masterClrMapping/>
  </p:clrMapOvr>
  <p:transition spd="med">
    <p:fad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ECC929-66C0-4960-A306-8AA13626A3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42683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3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499" y="273056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3" y="1435103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C38145-66F7-435E-91DE-2E30B5C082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85508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841C9-6DBD-44BA-95AC-F080F9EF31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45876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B90DA-7D83-4A72-B4F7-3940453DA9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50159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58025" y="609600"/>
            <a:ext cx="2105025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42954" y="609600"/>
            <a:ext cx="6162675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D868B-9F72-4203-BB8A-2E9AA09A05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72279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2B99D16-B545-407F-8F4F-81D387AA717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6742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7449F0E-D8E4-4F66-96B9-4A46F299D5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75939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E31D3DC-E1A6-4B32-B83F-8AC44E5BFB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37369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54EE5379-C62C-4FF6-BB8C-ABAE700AB2E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8545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373FBE24-6248-471E-B788-8CBE25ED36F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3594552"/>
      </p:ext>
    </p:extLst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9E1C37C7-EDA8-4BA1-AD9F-F83A1F13D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4675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58115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4621521B-C93C-4DDF-9482-0AB3761BB5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81291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8760C52-D081-4D85-B82E-8BF89A1B2F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89456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4C8F7DF-C1B2-46B7-A905-D17A97DF12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75558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3B74E70-F522-4FE8-8C1E-10A14D1CFC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73780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75A7167E-08AF-4934-BF5D-6F7E8F775F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44356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4BEE6017-6FC6-4A2C-B90C-F5D5FD0C67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95475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9AC54B9D-3AEF-454C-A619-556633E414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75940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5DC5CB9-D3D1-4163-BE1B-0DD48F998C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84892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4EA8012-71D2-41D4-8B55-21CBAE4246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3347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97877DA2-D7D2-4DF8-A3A7-63C123802F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6606136"/>
      </p:ext>
    </p:extLst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04796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5BF0467-4EC7-40CB-B955-216BFD2BF5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92339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37727DD7-0CA2-48B2-BA37-B3DCAE3D29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34430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6197103-6A4E-464B-8D59-3CBB46C609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94475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495B2E6-A9F0-4D45-B5BC-3CE85C1504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49099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D9AEC3E-F85A-49CA-BCED-EB71A652E1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96203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88646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7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11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496E1AE9-5646-46CA-905B-B7A6A51C9E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37457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83EC923-A857-459C-A21F-81B4E44F80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8430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9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FF385C7-724D-47CB-A7BB-8A50B7150E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20304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6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7A0F771-CA10-473A-A0EA-B8933A8D88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18628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6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3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6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3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BB23CD4-E6EA-4483-B891-7BD2D61216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32653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E55B1D18-F7FE-4FF7-96CA-A8D29C52C3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98280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478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1" y="272582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81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31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68F863B-9673-48A7-ADD1-192A571DF3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04480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42" y="4800907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42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42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58F17899-43DA-4E0D-9BF7-58898B314E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68529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30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CAE7548-41E7-44EE-B8B5-91D9D86AD0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352092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72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30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8B12869-6CC0-4DF7-B513-A0A991D1B2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45275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3B02BAC9-A8CE-4C2E-878A-EF0A0E4E91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36598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83967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1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05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344C305D-D48A-429C-BFFC-B58CE7777D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84010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E806C7AA-4A0A-4719-9211-260E3CD448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17612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5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E23C30B-2F93-4B55-8587-F7230C279F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31495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5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92B7808-74EE-4146-9DCE-2B001D2B920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20646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5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1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5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1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E7E66CED-1CCF-4390-8A4D-104D033336F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20121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Slide Number Placeholder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1AB9892-D125-40DE-A79D-BE79D38383A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67585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5554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8" y="272576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75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28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FEDF041-C11C-4EDA-8FD1-746AF71C4B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57710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39" y="4800901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39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39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8FC56647-9D25-454C-A346-24E956A2C9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50499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93CAC2F-3B72-4E3D-BEF1-C78F3553EC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30992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69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27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6B3971B-6267-4F79-A1F2-6C30418225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01720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1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05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E42C272-F8C5-489F-97C5-CF1D4BF1812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68194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53E19A1D-2D45-4F96-BDA9-00AABAC7C7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18256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5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FD84BCF-85A7-417F-97C9-8242B76B3A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68971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5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5C9175D-B619-4617-B334-1C5C3968F5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4426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5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1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5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1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D9724DD-A41C-422F-A483-C98BB4BC3D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54822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Slide Number Placeholder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B156DAA-86F7-469A-8C71-D6B94E47AC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1790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23408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8" y="272576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75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28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275A05A-4173-46C9-9B78-80B3DA38AF6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5752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39" y="4800901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39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39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D43D625C-BF48-4C80-B184-02D45BA183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16557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32794AB6-538F-4DD3-BA94-EB5C7B5C40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6271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69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27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E7C7640-56FD-4D77-8506-966D38832B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4674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 userDrawn="1"/>
        </p:nvGrpSpPr>
        <p:grpSpPr bwMode="auto">
          <a:xfrm>
            <a:off x="115888" y="620713"/>
            <a:ext cx="9674225" cy="277812"/>
            <a:chOff x="329" y="1821"/>
            <a:chExt cx="6071" cy="0"/>
          </a:xfrm>
        </p:grpSpPr>
        <p:sp>
          <p:nvSpPr>
            <p:cNvPr id="3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  <p:pic>
        <p:nvPicPr>
          <p:cNvPr id="5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4438" y="6411913"/>
            <a:ext cx="87788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999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538" y="2130891"/>
            <a:ext cx="8420928" cy="1469787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578" y="3886805"/>
            <a:ext cx="6932844" cy="1751395"/>
          </a:xfrm>
        </p:spPr>
        <p:txBody>
          <a:bodyPr/>
          <a:lstStyle>
            <a:lvl1pPr marL="0" indent="0" algn="ctr">
              <a:buNone/>
              <a:defRPr/>
            </a:lvl1pPr>
            <a:lvl2pPr marL="433685" indent="0" algn="ctr">
              <a:buNone/>
              <a:defRPr/>
            </a:lvl2pPr>
            <a:lvl3pPr marL="867370" indent="0" algn="ctr">
              <a:buNone/>
              <a:defRPr/>
            </a:lvl3pPr>
            <a:lvl4pPr marL="1301055" indent="0" algn="ctr">
              <a:buNone/>
              <a:defRPr/>
            </a:lvl4pPr>
            <a:lvl5pPr marL="1734739" indent="0" algn="ctr">
              <a:buNone/>
              <a:defRPr/>
            </a:lvl5pPr>
            <a:lvl6pPr marL="2168423" indent="0" algn="ctr">
              <a:buNone/>
              <a:defRPr/>
            </a:lvl6pPr>
            <a:lvl7pPr marL="2602110" indent="0" algn="ctr">
              <a:buNone/>
              <a:defRPr/>
            </a:lvl7pPr>
            <a:lvl8pPr marL="3035793" indent="0" algn="ctr">
              <a:buNone/>
              <a:defRPr/>
            </a:lvl8pPr>
            <a:lvl9pPr marL="346947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F9D6E715-C16E-4CAE-978F-5ED72CBDBC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191850"/>
      </p:ext>
    </p:extLst>
  </p:cSld>
  <p:clrMapOvr>
    <a:masterClrMapping/>
  </p:clrMapOvr>
  <p:transition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024C85F-9CDF-496B-A28A-9C64A031630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2077371"/>
      </p:ext>
    </p:extLst>
  </p:cSld>
  <p:clrMapOvr>
    <a:masterClrMapping/>
  </p:clrMapOvr>
  <p:transition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3202" y="4406348"/>
            <a:ext cx="8419422" cy="1362866"/>
          </a:xfrm>
          <a:prstGeom prst="rect">
            <a:avLst/>
          </a:prstGeom>
        </p:spPr>
        <p:txBody>
          <a:bodyPr lIns="86736" tIns="43369" rIns="86736" bIns="43369" anchor="t"/>
          <a:lstStyle>
            <a:lvl1pPr algn="l">
              <a:defRPr sz="3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3202" y="2906445"/>
            <a:ext cx="8419422" cy="1499905"/>
          </a:xfrm>
        </p:spPr>
        <p:txBody>
          <a:bodyPr anchor="b"/>
          <a:lstStyle>
            <a:lvl1pPr marL="0" indent="0">
              <a:buNone/>
              <a:defRPr sz="1900"/>
            </a:lvl1pPr>
            <a:lvl2pPr marL="433685" indent="0">
              <a:buNone/>
              <a:defRPr sz="1700"/>
            </a:lvl2pPr>
            <a:lvl3pPr marL="867370" indent="0">
              <a:buNone/>
              <a:defRPr sz="1500"/>
            </a:lvl3pPr>
            <a:lvl4pPr marL="1301055" indent="0">
              <a:buNone/>
              <a:defRPr sz="1300"/>
            </a:lvl4pPr>
            <a:lvl5pPr marL="1734739" indent="0">
              <a:buNone/>
              <a:defRPr sz="1300"/>
            </a:lvl5pPr>
            <a:lvl6pPr marL="2168423" indent="0">
              <a:buNone/>
              <a:defRPr sz="1300"/>
            </a:lvl6pPr>
            <a:lvl7pPr marL="2602110" indent="0">
              <a:buNone/>
              <a:defRPr sz="1300"/>
            </a:lvl7pPr>
            <a:lvl8pPr marL="3035793" indent="0">
              <a:buNone/>
              <a:defRPr sz="1300"/>
            </a:lvl8pPr>
            <a:lvl9pPr marL="3469477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20C03FE0-842C-4ABD-949F-46AB4763FA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5537912"/>
      </p:ext>
    </p:extLst>
  </p:cSld>
  <p:clrMapOvr>
    <a:masterClrMapping/>
  </p:clrMapOvr>
  <p:transition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526" y="1600803"/>
            <a:ext cx="4384425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4542" y="1600803"/>
            <a:ext cx="4385931" cy="452531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AA3155C8-4A89-41AE-B3C1-D74DF83540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4182962"/>
      </p:ext>
    </p:extLst>
  </p:cSld>
  <p:clrMapOvr>
    <a:masterClrMapping/>
  </p:clrMapOvr>
  <p:transition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527" y="1534545"/>
            <a:ext cx="4376894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527" y="2174561"/>
            <a:ext cx="4376894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074" y="1534545"/>
            <a:ext cx="4378400" cy="640019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3685" indent="0">
              <a:buNone/>
              <a:defRPr sz="1900" b="1"/>
            </a:lvl2pPr>
            <a:lvl3pPr marL="867370" indent="0">
              <a:buNone/>
              <a:defRPr sz="1700" b="1"/>
            </a:lvl3pPr>
            <a:lvl4pPr marL="1301055" indent="0">
              <a:buNone/>
              <a:defRPr sz="1500" b="1"/>
            </a:lvl4pPr>
            <a:lvl5pPr marL="1734739" indent="0">
              <a:buNone/>
              <a:defRPr sz="1500" b="1"/>
            </a:lvl5pPr>
            <a:lvl6pPr marL="2168423" indent="0">
              <a:buNone/>
              <a:defRPr sz="1500" b="1"/>
            </a:lvl6pPr>
            <a:lvl7pPr marL="2602110" indent="0">
              <a:buNone/>
              <a:defRPr sz="1500" b="1"/>
            </a:lvl7pPr>
            <a:lvl8pPr marL="3035793" indent="0">
              <a:buNone/>
              <a:defRPr sz="1500" b="1"/>
            </a:lvl8pPr>
            <a:lvl9pPr marL="3469477" indent="0">
              <a:buNone/>
              <a:defRPr sz="1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074" y="2174561"/>
            <a:ext cx="4378400" cy="395155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B10F6E1-0522-4CA3-AEEC-C2FF0B080E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3875395"/>
      </p:ext>
    </p:extLst>
  </p:cSld>
  <p:clrMapOvr>
    <a:masterClrMapping/>
  </p:clrMapOvr>
  <p:transition/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Slide Number Placeholder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B1EC0D0F-F7C1-4B38-B369-2BA1CC6CF5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6765172"/>
      </p:ext>
    </p:extLst>
  </p:cSld>
  <p:clrMapOvr>
    <a:masterClrMapping/>
  </p:clrMapOvr>
  <p:transition/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1086726"/>
      </p:ext>
    </p:extLst>
  </p:cSld>
  <p:clrMapOvr>
    <a:masterClrMapping/>
  </p:clrMapOvr>
  <p:transition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8" y="272576"/>
            <a:ext cx="3259325" cy="1162577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332" y="272575"/>
            <a:ext cx="5538142" cy="585354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528" y="1435151"/>
            <a:ext cx="3259325" cy="4690968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C3BA2737-1EFF-4278-AAAF-FDE84D24E82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2749448"/>
      </p:ext>
    </p:extLst>
  </p:cSld>
  <p:clrMapOvr>
    <a:masterClrMapping/>
  </p:clrMapOvr>
  <p:transition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439" y="4800901"/>
            <a:ext cx="5943298" cy="566229"/>
          </a:xfrm>
          <a:prstGeom prst="rect">
            <a:avLst/>
          </a:prstGeom>
        </p:spPr>
        <p:txBody>
          <a:bodyPr lIns="86736" tIns="43369" rIns="86736" bIns="43369" anchor="b"/>
          <a:lstStyle>
            <a:lvl1pPr algn="l">
              <a:defRPr sz="19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439" y="612913"/>
            <a:ext cx="5943298" cy="4114198"/>
          </a:xfrm>
        </p:spPr>
        <p:txBody>
          <a:bodyPr lIns="91327" tIns="45663" rIns="91327" bIns="45663"/>
          <a:lstStyle>
            <a:lvl1pPr marL="0" indent="0">
              <a:buNone/>
              <a:defRPr sz="3000"/>
            </a:lvl1pPr>
            <a:lvl2pPr marL="433685" indent="0">
              <a:buNone/>
              <a:defRPr sz="2700"/>
            </a:lvl2pPr>
            <a:lvl3pPr marL="867370" indent="0">
              <a:buNone/>
              <a:defRPr sz="2300"/>
            </a:lvl3pPr>
            <a:lvl4pPr marL="1301055" indent="0">
              <a:buNone/>
              <a:defRPr sz="1900"/>
            </a:lvl4pPr>
            <a:lvl5pPr marL="1734739" indent="0">
              <a:buNone/>
              <a:defRPr sz="1900"/>
            </a:lvl5pPr>
            <a:lvl6pPr marL="2168423" indent="0">
              <a:buNone/>
              <a:defRPr sz="1900"/>
            </a:lvl6pPr>
            <a:lvl7pPr marL="2602110" indent="0">
              <a:buNone/>
              <a:defRPr sz="1900"/>
            </a:lvl7pPr>
            <a:lvl8pPr marL="3035793" indent="0">
              <a:buNone/>
              <a:defRPr sz="1900"/>
            </a:lvl8pPr>
            <a:lvl9pPr marL="3469477" indent="0">
              <a:buNone/>
              <a:defRPr sz="19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439" y="5367131"/>
            <a:ext cx="5943298" cy="805672"/>
          </a:xfrm>
        </p:spPr>
        <p:txBody>
          <a:bodyPr/>
          <a:lstStyle>
            <a:lvl1pPr marL="0" indent="0">
              <a:buNone/>
              <a:defRPr sz="1300"/>
            </a:lvl1pPr>
            <a:lvl2pPr marL="433685" indent="0">
              <a:buNone/>
              <a:defRPr sz="1100"/>
            </a:lvl2pPr>
            <a:lvl3pPr marL="867370" indent="0">
              <a:buNone/>
              <a:defRPr sz="900"/>
            </a:lvl3pPr>
            <a:lvl4pPr marL="1301055" indent="0">
              <a:buNone/>
              <a:defRPr sz="900"/>
            </a:lvl4pPr>
            <a:lvl5pPr marL="1734739" indent="0">
              <a:buNone/>
              <a:defRPr sz="900"/>
            </a:lvl5pPr>
            <a:lvl6pPr marL="2168423" indent="0">
              <a:buNone/>
              <a:defRPr sz="900"/>
            </a:lvl6pPr>
            <a:lvl7pPr marL="2602110" indent="0">
              <a:buNone/>
              <a:defRPr sz="900"/>
            </a:lvl7pPr>
            <a:lvl8pPr marL="3035793" indent="0">
              <a:buNone/>
              <a:defRPr sz="900"/>
            </a:lvl8pPr>
            <a:lvl9pPr marL="3469477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67A6EAB7-1E9D-4716-BA4B-D1E3506277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9368623"/>
      </p:ext>
    </p:extLst>
  </p:cSld>
  <p:clrMapOvr>
    <a:masterClrMapping/>
  </p:clrMapOvr>
  <p:transition/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527" y="274082"/>
            <a:ext cx="8914947" cy="1143000"/>
          </a:xfrm>
          <a:prstGeom prst="rect">
            <a:avLst/>
          </a:prstGeom>
        </p:spPr>
        <p:txBody>
          <a:bodyPr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1988BE84-BA75-43D2-95B5-DCA4AEBD1C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3387607"/>
      </p:ext>
    </p:extLst>
  </p:cSld>
  <p:clrMapOvr>
    <a:masterClrMapping/>
  </p:clrMapOvr>
  <p:transition/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2869" y="274079"/>
            <a:ext cx="2227607" cy="5852040"/>
          </a:xfrm>
          <a:prstGeom prst="rect">
            <a:avLst/>
          </a:prstGeom>
        </p:spPr>
        <p:txBody>
          <a:bodyPr vert="eaVert" lIns="86736" tIns="43369" rIns="86736" bIns="43369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527" y="274079"/>
            <a:ext cx="6542749" cy="585204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24750" y="6305550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FFFFFF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E4DC66EF-8C7F-4239-A166-F3C6B17E52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3657600" y="6245225"/>
            <a:ext cx="2311400" cy="476250"/>
          </a:xfrm>
          <a:prstGeom prst="rect">
            <a:avLst/>
          </a:prstGeom>
        </p:spPr>
        <p:txBody>
          <a:bodyPr/>
          <a:lstStyle>
            <a:lvl1pPr defTabSz="913437"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17934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/><Relationship Id="rId3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74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9.xml"/><Relationship Id="rId13" Type="http://schemas.openxmlformats.org/officeDocument/2006/relationships/theme" Target="../theme/theme20.xml"/><Relationship Id="rId3" Type="http://schemas.openxmlformats.org/officeDocument/2006/relationships/slideLayout" Target="../slideLayouts/slideLayout194.xml"/><Relationship Id="rId7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20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10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05.xml"/><Relationship Id="rId1" Type="http://schemas.openxmlformats.org/officeDocument/2006/relationships/slideLayout" Target="../slideLayouts/slideLayout204.xml"/><Relationship Id="rId6" Type="http://schemas.openxmlformats.org/officeDocument/2006/relationships/slideLayout" Target="../slideLayouts/slideLayout209.xml"/><Relationship Id="rId11" Type="http://schemas.openxmlformats.org/officeDocument/2006/relationships/slideLayout" Target="../slideLayouts/slideLayout214.xml"/><Relationship Id="rId5" Type="http://schemas.openxmlformats.org/officeDocument/2006/relationships/slideLayout" Target="../slideLayouts/slideLayout208.xml"/><Relationship Id="rId10" Type="http://schemas.openxmlformats.org/officeDocument/2006/relationships/slideLayout" Target="../slideLayouts/slideLayout213.xml"/><Relationship Id="rId4" Type="http://schemas.openxmlformats.org/officeDocument/2006/relationships/slideLayout" Target="../slideLayouts/slideLayout207.xml"/><Relationship Id="rId9" Type="http://schemas.openxmlformats.org/officeDocument/2006/relationships/slideLayout" Target="../slideLayouts/slideLayout2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1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299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3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1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985EA2-8B9A-4486-B09C-DBE61D2A408F}" type="slidenum">
              <a:rPr kumimoji="1" lang="en-US" altLang="ko-KR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087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6147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614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614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  <p:pic>
        <p:nvPicPr>
          <p:cNvPr id="6" name="Picture 146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4438" y="6411913"/>
            <a:ext cx="87788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925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/>
  <p:timing>
    <p:tnLst>
      <p:par>
        <p:cTn id="1" dur="indefinite" restart="never" nodeType="tmRoot"/>
      </p:par>
    </p:tnLst>
  </p:timing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6147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614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614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67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/>
  <p:timing>
    <p:tnLst>
      <p:par>
        <p:cTn id="1" dur="indefinite" restart="never" nodeType="tmRoot"/>
      </p:par>
    </p:tnLst>
  </p:timing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2051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2052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None/>
              </a:pPr>
              <a:endParaRPr kumimoji="1" lang="ko-KR" altLang="en-US" sz="130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053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None/>
              </a:pPr>
              <a:endParaRPr kumimoji="1" lang="ko-KR" altLang="en-US" sz="130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102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6147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614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614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64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6147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614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614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5335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4339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4340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4341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740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0243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0244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10245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723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2051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2052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053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558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05" tIns="45602" rIns="91205" bIns="456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1267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126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1126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134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287" algn="r" defTabSz="913218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6579" algn="r" defTabSz="913218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299863" algn="r" defTabSz="913218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3156" algn="r" defTabSz="913218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7025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88402" indent="-228681" algn="l" defTabSz="913218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1694" indent="-228681" algn="l" defTabSz="913218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4982" indent="-228681" algn="l" defTabSz="913218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88271" indent="-228681" algn="l" defTabSz="913218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287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6579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9863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3156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6446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9735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3024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6312" algn="l" defTabSz="866579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6147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614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614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195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7411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7412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7413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786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09600"/>
            <a:ext cx="8420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4883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400">
                <a:solidFill>
                  <a:srgbClr val="000000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24883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>
                <a:solidFill>
                  <a:srgbClr val="000000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24883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>
                <a:solidFill>
                  <a:srgbClr val="000000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8C22B1-D3C4-45DA-9189-CD0A5F1E8653}" type="slidenum">
              <a:rPr lang="en-US" altLang="ko-K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/>
          </a:p>
        </p:txBody>
      </p:sp>
      <p:sp>
        <p:nvSpPr>
          <p:cNvPr id="4103" name="Rectangle 2"/>
          <p:cNvSpPr>
            <a:spLocks noChangeArrowheads="1"/>
          </p:cNvSpPr>
          <p:nvPr/>
        </p:nvSpPr>
        <p:spPr bwMode="auto">
          <a:xfrm>
            <a:off x="0" y="-12700"/>
            <a:ext cx="9906000" cy="620713"/>
          </a:xfrm>
          <a:prstGeom prst="rect">
            <a:avLst/>
          </a:prstGeom>
          <a:solidFill>
            <a:srgbClr val="000066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ko-KR" altLang="ko-KR" sz="2400" smtClean="0">
              <a:solidFill>
                <a:srgbClr val="000000"/>
              </a:solidFill>
            </a:endParaRPr>
          </a:p>
        </p:txBody>
      </p:sp>
      <p:sp>
        <p:nvSpPr>
          <p:cNvPr id="10" name="Rectangle 18"/>
          <p:cNvSpPr>
            <a:spLocks noChangeArrowheads="1"/>
          </p:cNvSpPr>
          <p:nvPr userDrawn="1"/>
        </p:nvSpPr>
        <p:spPr bwMode="auto">
          <a:xfrm>
            <a:off x="0" y="647706"/>
            <a:ext cx="9906000" cy="36513"/>
          </a:xfrm>
          <a:prstGeom prst="rect">
            <a:avLst/>
          </a:prstGeom>
          <a:solidFill>
            <a:srgbClr val="1327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ko-KR" altLang="en-US" sz="180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57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3315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3316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3317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25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7171" name="Group 9"/>
          <p:cNvGrpSpPr>
            <a:grpSpLocks/>
          </p:cNvGrpSpPr>
          <p:nvPr userDrawn="1"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7172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173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51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transition/>
  <p:timing>
    <p:tnLst>
      <p:par>
        <p:cTn id="1" dur="indefinite" restart="never" nodeType="tmRoot"/>
      </p:par>
    </p:tnLst>
  </p:timing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614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614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298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</p:sldLayoutIdLst>
  <p:transition/>
  <p:timing>
    <p:tnLst>
      <p:par>
        <p:cTn id="1" dur="indefinite" restart="never" nodeType="tmRoot"/>
      </p:par>
    </p:tnLst>
  </p:timing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5363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5364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5365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0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</p:sldLayoutIdLst>
  <p:transition/>
  <p:timing>
    <p:tnLst>
      <p:par>
        <p:cTn id="1" dur="indefinite" restart="never" nodeType="tmRoot"/>
      </p:par>
    </p:tnLst>
  </p:timing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5363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5364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88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</p:sldLayoutIdLst>
  <p:transition/>
  <p:timing>
    <p:tnLst>
      <p:par>
        <p:cTn id="1" dur="indefinite" restart="never" nodeType="tmRoot"/>
      </p:par>
    </p:tnLst>
  </p:timing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6387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638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638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256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</p:sldLayoutIdLst>
  <p:transition/>
  <p:timing>
    <p:tnLst>
      <p:par>
        <p:cTn id="1" dur="indefinite" restart="never" nodeType="tmRoot"/>
      </p:par>
    </p:tnLst>
  </p:timing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6387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638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638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834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99" r:id="rId11"/>
    <p:sldLayoutId id="2147484000" r:id="rId12"/>
  </p:sldLayoutIdLst>
  <p:transition/>
  <p:timing>
    <p:tnLst>
      <p:par>
        <p:cTn id="1" dur="indefinite" restart="never" nodeType="tmRoot"/>
      </p:par>
    </p:tnLst>
  </p:timing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88" tIns="45643" rIns="91288" bIns="456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16387" name="Group 9"/>
          <p:cNvGrpSpPr>
            <a:grpSpLocks/>
          </p:cNvGrpSpPr>
          <p:nvPr/>
        </p:nvGrpSpPr>
        <p:grpSpPr bwMode="auto">
          <a:xfrm>
            <a:off x="273050" y="620713"/>
            <a:ext cx="9359900" cy="277812"/>
            <a:chOff x="329" y="1821"/>
            <a:chExt cx="6071" cy="0"/>
          </a:xfrm>
        </p:grpSpPr>
        <p:sp>
          <p:nvSpPr>
            <p:cNvPr id="1638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6389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020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</p:sldLayoutIdLst>
  <p:transition/>
  <p:txStyles>
    <p:titleStyle>
      <a:lvl1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+mj-lt"/>
          <a:ea typeface="+mj-ea"/>
          <a:cs typeface="+mj-cs"/>
        </a:defRPr>
      </a:lvl1pPr>
      <a:lvl2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defTabSz="912813" rtl="0" eaLnBrk="0" fontAlgn="base" latinLnBrk="1" hangingPunct="0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43368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867370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301055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734739" algn="r" defTabSz="914052" rtl="0" fontAlgn="base" latinLnBrk="1">
        <a:spcBef>
          <a:spcPct val="50000"/>
        </a:spcBef>
        <a:spcAft>
          <a:spcPct val="0"/>
        </a:spcAft>
        <a:defRPr kumimoji="1" sz="1400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defTabSz="9128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49067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24361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358045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791730" indent="-228889" algn="l" defTabSz="914052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68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737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1055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739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842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2110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5793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77" algn="l" defTabSz="86737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/>
          <p:cNvSpPr>
            <a:spLocks noChangeArrowheads="1"/>
          </p:cNvSpPr>
          <p:nvPr/>
        </p:nvSpPr>
        <p:spPr bwMode="auto">
          <a:xfrm>
            <a:off x="201613" y="1004888"/>
            <a:ext cx="9504362" cy="3116262"/>
          </a:xfrm>
          <a:prstGeom prst="roundRect">
            <a:avLst>
              <a:gd name="adj" fmla="val 1891"/>
            </a:avLst>
          </a:prstGeom>
          <a:gradFill rotWithShape="1">
            <a:gsLst>
              <a:gs pos="0">
                <a:srgbClr val="FFFFFF"/>
              </a:gs>
              <a:gs pos="100000">
                <a:srgbClr val="D9E6FF"/>
              </a:gs>
            </a:gsLst>
            <a:lin ang="2700000" scaled="1"/>
          </a:gradFill>
          <a:ln w="12700" algn="ctr">
            <a:solidFill>
              <a:srgbClr val="8092C8"/>
            </a:solidFill>
            <a:round/>
            <a:headEnd/>
            <a:tailEnd/>
          </a:ln>
          <a:effectLst>
            <a:outerShdw dist="35921" dir="2700000" algn="ctr" rotWithShape="0">
              <a:srgbClr val="000066">
                <a:alpha val="50000"/>
              </a:srgbClr>
            </a:outerShdw>
          </a:effectLst>
        </p:spPr>
        <p:txBody>
          <a:bodyPr wrap="none" lIns="35954" tIns="35954" rIns="35954" bIns="35954" anchor="ctr"/>
          <a:lstStyle/>
          <a:p>
            <a:pPr defTabSz="912749" fontAlgn="base" latinLnBrk="0">
              <a:spcBef>
                <a:spcPct val="150000"/>
              </a:spcBef>
              <a:spcAft>
                <a:spcPct val="0"/>
              </a:spcAft>
              <a:defRPr/>
            </a:pPr>
            <a:endParaRPr kumimoji="1" lang="en-US" altLang="ko-KR" sz="2000" kern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3" name="Text Box 127"/>
          <p:cNvSpPr txBox="1">
            <a:spLocks noChangeArrowheads="1"/>
          </p:cNvSpPr>
          <p:nvPr/>
        </p:nvSpPr>
        <p:spPr bwMode="auto">
          <a:xfrm>
            <a:off x="6883400" y="4157663"/>
            <a:ext cx="26066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0" kern="0">
                <a:solidFill>
                  <a:srgbClr val="4D4D4D"/>
                </a:solidFill>
              </a:rPr>
              <a:t>* ANSI MH 10.8.2 - Data Identifier</a:t>
            </a:r>
          </a:p>
        </p:txBody>
      </p:sp>
      <p:sp>
        <p:nvSpPr>
          <p:cNvPr id="14" name="Text Box 136"/>
          <p:cNvSpPr txBox="1">
            <a:spLocks noChangeArrowheads="1"/>
          </p:cNvSpPr>
          <p:nvPr/>
        </p:nvSpPr>
        <p:spPr bwMode="auto">
          <a:xfrm>
            <a:off x="331788" y="4173538"/>
            <a:ext cx="38877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0" kern="0" dirty="0">
                <a:solidFill>
                  <a:srgbClr val="4D4D4D"/>
                </a:solidFill>
              </a:rPr>
              <a:t>* ISO/IEC 15434 – Data Syntax Structure</a:t>
            </a:r>
          </a:p>
        </p:txBody>
      </p:sp>
      <p:sp>
        <p:nvSpPr>
          <p:cNvPr id="15" name="Text Box 152"/>
          <p:cNvSpPr txBox="1">
            <a:spLocks noChangeArrowheads="1"/>
          </p:cNvSpPr>
          <p:nvPr/>
        </p:nvSpPr>
        <p:spPr bwMode="auto">
          <a:xfrm>
            <a:off x="3946525" y="4156075"/>
            <a:ext cx="23939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0" kern="0" dirty="0">
                <a:solidFill>
                  <a:srgbClr val="4D4D4D"/>
                </a:solidFill>
              </a:rPr>
              <a:t>* ISO/IEC 16022 - Data Matrix</a:t>
            </a:r>
          </a:p>
        </p:txBody>
      </p:sp>
      <p:graphicFrame>
        <p:nvGraphicFramePr>
          <p:cNvPr id="16" name="Group 229"/>
          <p:cNvGraphicFramePr>
            <a:graphicFrameLocks noGrp="1"/>
          </p:cNvGraphicFramePr>
          <p:nvPr/>
        </p:nvGraphicFramePr>
        <p:xfrm>
          <a:off x="633413" y="1292225"/>
          <a:ext cx="8712201" cy="504825"/>
        </p:xfrm>
        <a:graphic>
          <a:graphicData uri="http://schemas.openxmlformats.org/drawingml/2006/table">
            <a:tbl>
              <a:tblPr/>
              <a:tblGrid>
                <a:gridCol w="506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2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3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50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2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48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V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PF30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P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571003F400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S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ALCSAKQQ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E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KETC0102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T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150520S1B2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A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0476217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B" pitchFamily="18" charset="-127"/>
                        <a:ea typeface="현대하모니 B" pitchFamily="18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생산일자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+4M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정보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+A/@+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시리얼번호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특이번호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1234567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(S/W version etc.)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M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N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하모니 B" pitchFamily="18" charset="-127"/>
                          <a:ea typeface="현대하모니 B" pitchFamily="18" charset="-127"/>
                          <a:cs typeface="+mn-cs"/>
                        </a:rPr>
                        <a:t>(KMM Only)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B" pitchFamily="18" charset="-127"/>
                        <a:ea typeface="현대하모니 B" pitchFamily="18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C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ABC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 Box 190"/>
          <p:cNvSpPr txBox="1">
            <a:spLocks noChangeArrowheads="1"/>
          </p:cNvSpPr>
          <p:nvPr/>
        </p:nvSpPr>
        <p:spPr bwMode="auto">
          <a:xfrm>
            <a:off x="854075" y="1931988"/>
            <a:ext cx="628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0" kern="0" dirty="0" smtClean="0">
                <a:solidFill>
                  <a:srgbClr val="000000"/>
                </a:solidFill>
              </a:rPr>
              <a:t>업체코드</a:t>
            </a:r>
            <a:endParaRPr lang="ko-KR" altLang="en-US" sz="1100" b="0" kern="0" dirty="0">
              <a:solidFill>
                <a:srgbClr val="000000"/>
              </a:solidFill>
            </a:endParaRPr>
          </a:p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b="0" kern="0" dirty="0">
                <a:solidFill>
                  <a:srgbClr val="000000"/>
                </a:solidFill>
              </a:rPr>
              <a:t>(4 Byte)</a:t>
            </a:r>
          </a:p>
        </p:txBody>
      </p:sp>
      <p:sp>
        <p:nvSpPr>
          <p:cNvPr id="18" name="Text Box 192"/>
          <p:cNvSpPr txBox="1">
            <a:spLocks noChangeArrowheads="1"/>
          </p:cNvSpPr>
          <p:nvPr/>
        </p:nvSpPr>
        <p:spPr bwMode="auto">
          <a:xfrm>
            <a:off x="1543050" y="1931988"/>
            <a:ext cx="1054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0" kern="0" dirty="0">
                <a:solidFill>
                  <a:srgbClr val="000000"/>
                </a:solidFill>
              </a:rPr>
              <a:t>부품번호</a:t>
            </a:r>
          </a:p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b="0" kern="0" dirty="0" smtClean="0">
                <a:solidFill>
                  <a:srgbClr val="000000"/>
                </a:solidFill>
              </a:rPr>
              <a:t>(10~15 </a:t>
            </a:r>
            <a:r>
              <a:rPr lang="en-US" altLang="ko-KR" sz="1100" b="0" kern="0" dirty="0">
                <a:solidFill>
                  <a:srgbClr val="000000"/>
                </a:solidFill>
              </a:rPr>
              <a:t>Byte)</a:t>
            </a:r>
          </a:p>
        </p:txBody>
      </p:sp>
      <p:sp>
        <p:nvSpPr>
          <p:cNvPr id="19" name="Text Box 194"/>
          <p:cNvSpPr txBox="1">
            <a:spLocks noChangeArrowheads="1"/>
          </p:cNvSpPr>
          <p:nvPr/>
        </p:nvSpPr>
        <p:spPr bwMode="auto">
          <a:xfrm>
            <a:off x="2505075" y="1931988"/>
            <a:ext cx="874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0" kern="0" dirty="0">
                <a:solidFill>
                  <a:srgbClr val="000000"/>
                </a:solidFill>
              </a:rPr>
              <a:t>서열코드</a:t>
            </a:r>
          </a:p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b="0" kern="0" dirty="0" smtClean="0">
                <a:solidFill>
                  <a:srgbClr val="000000"/>
                </a:solidFill>
              </a:rPr>
              <a:t>(1~8 </a:t>
            </a:r>
            <a:r>
              <a:rPr lang="en-US" altLang="ko-KR" sz="1100" b="0" kern="0" dirty="0">
                <a:solidFill>
                  <a:srgbClr val="000000"/>
                </a:solidFill>
              </a:rPr>
              <a:t>Byte)</a:t>
            </a:r>
          </a:p>
        </p:txBody>
      </p:sp>
      <p:sp>
        <p:nvSpPr>
          <p:cNvPr id="20" name="Text Box 196"/>
          <p:cNvSpPr txBox="1">
            <a:spLocks noChangeArrowheads="1"/>
          </p:cNvSpPr>
          <p:nvPr/>
        </p:nvSpPr>
        <p:spPr bwMode="auto">
          <a:xfrm>
            <a:off x="3571875" y="1931988"/>
            <a:ext cx="693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algn="ctr" defTabSz="914336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b="0" kern="0" dirty="0" smtClean="0">
                <a:solidFill>
                  <a:srgbClr val="000000"/>
                </a:solidFill>
              </a:rPr>
              <a:t>EO</a:t>
            </a:r>
            <a:r>
              <a:rPr lang="ko-KR" altLang="en-US" sz="1100" b="0" kern="0" dirty="0" smtClean="0">
                <a:solidFill>
                  <a:srgbClr val="000000"/>
                </a:solidFill>
              </a:rPr>
              <a:t>번호</a:t>
            </a:r>
            <a:r>
              <a:rPr lang="ko-KR" altLang="en-US" sz="1100" b="0" kern="0" dirty="0">
                <a:solidFill>
                  <a:srgbClr val="000000"/>
                </a:solidFill>
              </a:rPr>
              <a:t/>
            </a:r>
            <a:br>
              <a:rPr lang="ko-KR" altLang="en-US" sz="1100" b="0" kern="0" dirty="0">
                <a:solidFill>
                  <a:srgbClr val="000000"/>
                </a:solidFill>
              </a:rPr>
            </a:br>
            <a:r>
              <a:rPr lang="en-US" altLang="ko-KR" sz="1100" b="0" kern="0" dirty="0">
                <a:solidFill>
                  <a:srgbClr val="000000"/>
                </a:solidFill>
              </a:rPr>
              <a:t>(</a:t>
            </a:r>
            <a:r>
              <a:rPr lang="en-US" altLang="ko-KR" sz="1100" b="0" kern="0" dirty="0" smtClean="0">
                <a:solidFill>
                  <a:srgbClr val="000000"/>
                </a:solidFill>
              </a:rPr>
              <a:t>8~9 </a:t>
            </a:r>
            <a:r>
              <a:rPr lang="en-US" altLang="ko-KR" sz="1100" b="0" kern="0" dirty="0">
                <a:solidFill>
                  <a:srgbClr val="000000"/>
                </a:solidFill>
              </a:rPr>
              <a:t>Byte)</a:t>
            </a:r>
          </a:p>
        </p:txBody>
      </p:sp>
      <p:sp>
        <p:nvSpPr>
          <p:cNvPr id="21" name="Text Box 198"/>
          <p:cNvSpPr txBox="1">
            <a:spLocks noChangeArrowheads="1"/>
          </p:cNvSpPr>
          <p:nvPr/>
        </p:nvSpPr>
        <p:spPr bwMode="auto">
          <a:xfrm>
            <a:off x="5041900" y="1931988"/>
            <a:ext cx="1054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0" kern="0" dirty="0">
                <a:solidFill>
                  <a:srgbClr val="000000"/>
                </a:solidFill>
              </a:rPr>
              <a:t>추적코드</a:t>
            </a:r>
          </a:p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b="0" kern="0" dirty="0" smtClean="0">
                <a:solidFill>
                  <a:srgbClr val="000000"/>
                </a:solidFill>
              </a:rPr>
              <a:t>(14~41 </a:t>
            </a:r>
            <a:r>
              <a:rPr lang="en-US" altLang="ko-KR" sz="1100" b="0" kern="0" dirty="0">
                <a:solidFill>
                  <a:srgbClr val="000000"/>
                </a:solidFill>
              </a:rPr>
              <a:t>Byte)</a:t>
            </a:r>
          </a:p>
        </p:txBody>
      </p:sp>
      <p:sp>
        <p:nvSpPr>
          <p:cNvPr id="22" name="Freeform 199"/>
          <p:cNvSpPr>
            <a:spLocks/>
          </p:cNvSpPr>
          <p:nvPr/>
        </p:nvSpPr>
        <p:spPr bwMode="auto">
          <a:xfrm>
            <a:off x="6684963" y="1797050"/>
            <a:ext cx="760412" cy="5032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1055197819 h 240"/>
              <a:gd name="T4" fmla="*/ 860455937 w 672"/>
              <a:gd name="T5" fmla="*/ 1055197819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4" tIns="45717" rIns="91434" bIns="45717" anchor="ctr"/>
          <a:lstStyle/>
          <a:p>
            <a:pPr defTabSz="914336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23" name="Freeform 201"/>
          <p:cNvSpPr>
            <a:spLocks/>
          </p:cNvSpPr>
          <p:nvPr/>
        </p:nvSpPr>
        <p:spPr bwMode="auto">
          <a:xfrm>
            <a:off x="8842375" y="1797050"/>
            <a:ext cx="760413" cy="5032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1055197819 h 240"/>
              <a:gd name="T4" fmla="*/ 860455937 w 672"/>
              <a:gd name="T5" fmla="*/ 1055197819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4" tIns="45717" rIns="91434" bIns="45717" anchor="ctr"/>
          <a:lstStyle/>
          <a:p>
            <a:pPr defTabSz="914336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24" name="Text Box 202"/>
          <p:cNvSpPr txBox="1">
            <a:spLocks noChangeArrowheads="1"/>
          </p:cNvSpPr>
          <p:nvPr/>
        </p:nvSpPr>
        <p:spPr bwMode="auto">
          <a:xfrm>
            <a:off x="8936038" y="1931988"/>
            <a:ext cx="889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0" kern="0" dirty="0">
                <a:solidFill>
                  <a:srgbClr val="000000"/>
                </a:solidFill>
              </a:rPr>
              <a:t>업체 영역</a:t>
            </a:r>
          </a:p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b="0" kern="0" dirty="0" smtClean="0">
                <a:solidFill>
                  <a:srgbClr val="000000"/>
                </a:solidFill>
              </a:rPr>
              <a:t>(1~50 </a:t>
            </a:r>
            <a:r>
              <a:rPr lang="en-US" altLang="ko-KR" sz="1100" b="0" kern="0" dirty="0">
                <a:solidFill>
                  <a:srgbClr val="000000"/>
                </a:solidFill>
              </a:rPr>
              <a:t>Byte)</a:t>
            </a:r>
          </a:p>
        </p:txBody>
      </p:sp>
      <p:graphicFrame>
        <p:nvGraphicFramePr>
          <p:cNvPr id="25" name="Group 261"/>
          <p:cNvGraphicFramePr>
            <a:graphicFrameLocks noGrp="1"/>
          </p:cNvGraphicFramePr>
          <p:nvPr/>
        </p:nvGraphicFramePr>
        <p:xfrm>
          <a:off x="704850" y="2444750"/>
          <a:ext cx="8785225" cy="1516063"/>
        </p:xfrm>
        <a:graphic>
          <a:graphicData uri="http://schemas.openxmlformats.org/drawingml/2006/table">
            <a:tbl>
              <a:tblPr/>
              <a:tblGrid>
                <a:gridCol w="967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7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87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Case</a:t>
                      </a:r>
                    </a:p>
                  </a:txBody>
                  <a:tcPr marT="45740" marB="4574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F0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Encoding Data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T="45740" marB="4574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Code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내용</a:t>
                      </a:r>
                    </a:p>
                  </a:txBody>
                  <a:tcPr marT="45740" marB="4574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[)&gt;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06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V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PF30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P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571003F400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AKQQEWC1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E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B" pitchFamily="18" charset="-127"/>
                          <a:ea typeface="현대하모니 B" pitchFamily="18" charset="-127"/>
                        </a:rPr>
                        <a:t>KETC0102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150520S1B2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0476217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특이번호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12345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M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N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C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ABC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G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R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</a:t>
                      </a:r>
                      <a:r>
                        <a:rPr kumimoji="1" lang="en-US" altLang="ko-KR" sz="1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E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O</a:t>
                      </a:r>
                      <a:r>
                        <a:rPr kumimoji="1" lang="en-US" altLang="ko-KR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T</a:t>
                      </a:r>
                    </a:p>
                  </a:txBody>
                  <a:tcPr marT="45740" marB="4574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7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2D Bar Code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출력 예시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권장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itchFamily="18" charset="-127"/>
                          <a:ea typeface="현대하모니 L" pitchFamily="18" charset="-127"/>
                        </a:rPr>
                        <a:t>Size)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T="45740" marB="4574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T="45740" marB="4574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 Box 136"/>
          <p:cNvSpPr txBox="1">
            <a:spLocks noChangeArrowheads="1"/>
          </p:cNvSpPr>
          <p:nvPr/>
        </p:nvSpPr>
        <p:spPr bwMode="auto">
          <a:xfrm>
            <a:off x="741363" y="1060450"/>
            <a:ext cx="38862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0" kern="0">
                <a:solidFill>
                  <a:srgbClr val="4D4D4D"/>
                </a:solidFill>
              </a:rPr>
              <a:t>* </a:t>
            </a:r>
            <a:r>
              <a:rPr lang="ko-KR" altLang="en-US" sz="1000" b="0" kern="0">
                <a:solidFill>
                  <a:srgbClr val="FF0000"/>
                </a:solidFill>
              </a:rPr>
              <a:t>빨강색 알파벳</a:t>
            </a:r>
            <a:r>
              <a:rPr lang="ko-KR" altLang="en-US" sz="1000" b="0" kern="0">
                <a:solidFill>
                  <a:srgbClr val="4D4D4D"/>
                </a:solidFill>
              </a:rPr>
              <a:t> </a:t>
            </a:r>
            <a:r>
              <a:rPr lang="en-US" altLang="ko-KR" sz="1000" b="0" kern="0">
                <a:solidFill>
                  <a:srgbClr val="4D4D4D"/>
                </a:solidFill>
              </a:rPr>
              <a:t>– DI (Data Identifier)</a:t>
            </a:r>
            <a:endParaRPr lang="ko-KR" altLang="en-US" sz="1000" b="0" kern="0">
              <a:solidFill>
                <a:srgbClr val="4D4D4D"/>
              </a:solidFill>
            </a:endParaRPr>
          </a:p>
        </p:txBody>
      </p:sp>
      <p:grpSp>
        <p:nvGrpSpPr>
          <p:cNvPr id="192562" name="Group 196"/>
          <p:cNvGrpSpPr>
            <a:grpSpLocks/>
          </p:cNvGrpSpPr>
          <p:nvPr/>
        </p:nvGrpSpPr>
        <p:grpSpPr bwMode="auto">
          <a:xfrm rot="5400000">
            <a:off x="6748462" y="3363913"/>
            <a:ext cx="263525" cy="196850"/>
            <a:chOff x="884" y="3521"/>
            <a:chExt cx="227" cy="90"/>
          </a:xfrm>
        </p:grpSpPr>
        <p:sp>
          <p:nvSpPr>
            <p:cNvPr id="28" name="Line 197"/>
            <p:cNvSpPr>
              <a:spLocks noChangeShapeType="1"/>
            </p:cNvSpPr>
            <p:nvPr/>
          </p:nvSpPr>
          <p:spPr bwMode="auto">
            <a:xfrm>
              <a:off x="884" y="3566"/>
              <a:ext cx="22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defTabSz="914336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V="1">
              <a:off x="884" y="3521"/>
              <a:ext cx="0" cy="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defTabSz="914336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V="1">
              <a:off x="1110" y="3521"/>
              <a:ext cx="0" cy="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defTabSz="914336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2563" name="Text Box 200"/>
          <p:cNvSpPr txBox="1">
            <a:spLocks noChangeArrowheads="1"/>
          </p:cNvSpPr>
          <p:nvPr/>
        </p:nvSpPr>
        <p:spPr bwMode="auto">
          <a:xfrm rot="5400000">
            <a:off x="6856413" y="3492500"/>
            <a:ext cx="3587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latinLnBrk="0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ko-KR" sz="800" b="1" i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0.8cm</a:t>
            </a:r>
          </a:p>
        </p:txBody>
      </p:sp>
      <p:pic>
        <p:nvPicPr>
          <p:cNvPr id="192564" name="Picture 51" descr="C:\Documents and Settings\Administrator\바탕 화면\bar2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088" y="3430588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2565" name="Picture 52" descr="C:\Documents and Settings\Administrator\바탕 화면\bar3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513" y="3252788"/>
            <a:ext cx="4683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2566" name="Picture 53" descr="C:\Documents and Settings\Administrator\바탕 화면\bar4.bmp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575" y="3313113"/>
            <a:ext cx="8763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567" name="TextBox 31"/>
          <p:cNvSpPr txBox="1">
            <a:spLocks noChangeArrowheads="1"/>
          </p:cNvSpPr>
          <p:nvPr/>
        </p:nvSpPr>
        <p:spPr bwMode="auto">
          <a:xfrm>
            <a:off x="2649538" y="3168650"/>
            <a:ext cx="787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latinLnBrk="0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ko-KR" sz="14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ALC1</a:t>
            </a:r>
          </a:p>
        </p:txBody>
      </p:sp>
      <p:sp>
        <p:nvSpPr>
          <p:cNvPr id="192568" name="TextBox 31"/>
          <p:cNvSpPr txBox="1">
            <a:spLocks noChangeArrowheads="1"/>
          </p:cNvSpPr>
          <p:nvPr/>
        </p:nvSpPr>
        <p:spPr bwMode="auto">
          <a:xfrm>
            <a:off x="5178425" y="3213100"/>
            <a:ext cx="1001713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8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ALC1</a:t>
            </a:r>
          </a:p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8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571003F400</a:t>
            </a:r>
          </a:p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8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12345</a:t>
            </a:r>
            <a:endParaRPr lang="ko-KR" altLang="en-US" sz="800" b="1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92569" name="TextBox 31"/>
          <p:cNvSpPr txBox="1">
            <a:spLocks noChangeArrowheads="1"/>
          </p:cNvSpPr>
          <p:nvPr/>
        </p:nvSpPr>
        <p:spPr bwMode="auto">
          <a:xfrm>
            <a:off x="7983538" y="3313113"/>
            <a:ext cx="787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latinLnBrk="0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ko-KR" sz="14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ALC1</a:t>
            </a:r>
          </a:p>
        </p:txBody>
      </p:sp>
      <p:grpSp>
        <p:nvGrpSpPr>
          <p:cNvPr id="192570" name="Group 195"/>
          <p:cNvGrpSpPr>
            <a:grpSpLocks/>
          </p:cNvGrpSpPr>
          <p:nvPr/>
        </p:nvGrpSpPr>
        <p:grpSpPr bwMode="auto">
          <a:xfrm>
            <a:off x="4748213" y="3721100"/>
            <a:ext cx="487362" cy="239713"/>
            <a:chOff x="884" y="3460"/>
            <a:chExt cx="239" cy="151"/>
          </a:xfrm>
        </p:grpSpPr>
        <p:grpSp>
          <p:nvGrpSpPr>
            <p:cNvPr id="192609" name="Group 196"/>
            <p:cNvGrpSpPr>
              <a:grpSpLocks/>
            </p:cNvGrpSpPr>
            <p:nvPr/>
          </p:nvGrpSpPr>
          <p:grpSpPr bwMode="auto">
            <a:xfrm>
              <a:off x="884" y="3521"/>
              <a:ext cx="227" cy="90"/>
              <a:chOff x="884" y="3521"/>
              <a:chExt cx="227" cy="90"/>
            </a:xfrm>
          </p:grpSpPr>
          <p:sp>
            <p:nvSpPr>
              <p:cNvPr id="41" name="Line 197"/>
              <p:cNvSpPr>
                <a:spLocks noChangeShapeType="1"/>
              </p:cNvSpPr>
              <p:nvPr/>
            </p:nvSpPr>
            <p:spPr bwMode="auto">
              <a:xfrm>
                <a:off x="884" y="3566"/>
                <a:ext cx="22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defTabSz="914336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2" name="Line 198"/>
              <p:cNvSpPr>
                <a:spLocks noChangeShapeType="1"/>
              </p:cNvSpPr>
              <p:nvPr/>
            </p:nvSpPr>
            <p:spPr bwMode="auto">
              <a:xfrm flipV="1">
                <a:off x="884" y="3521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defTabSz="914336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3" name="Line 199"/>
              <p:cNvSpPr>
                <a:spLocks noChangeShapeType="1"/>
              </p:cNvSpPr>
              <p:nvPr/>
            </p:nvSpPr>
            <p:spPr bwMode="auto">
              <a:xfrm flipV="1">
                <a:off x="1111" y="3521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defTabSz="914336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ko-KR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0" name="Text Box 200"/>
            <p:cNvSpPr txBox="1">
              <a:spLocks noChangeArrowheads="1"/>
            </p:cNvSpPr>
            <p:nvPr/>
          </p:nvSpPr>
          <p:spPr bwMode="auto">
            <a:xfrm>
              <a:off x="896" y="3460"/>
              <a:ext cx="22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5pPr>
              <a:lvl6pPr marL="2514600" indent="-228600" eaLnBrk="0" fontAlgn="base" hangingPunct="0">
                <a:lnSpc>
                  <a:spcPct val="155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ü"/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6pPr>
              <a:lvl7pPr marL="2971800" indent="-228600" eaLnBrk="0" fontAlgn="base" hangingPunct="0">
                <a:lnSpc>
                  <a:spcPct val="155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ü"/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7pPr>
              <a:lvl8pPr marL="3429000" indent="-228600" eaLnBrk="0" fontAlgn="base" hangingPunct="0">
                <a:lnSpc>
                  <a:spcPct val="155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ü"/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8pPr>
              <a:lvl9pPr marL="3886200" indent="-228600" eaLnBrk="0" fontAlgn="base" hangingPunct="0">
                <a:lnSpc>
                  <a:spcPct val="155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ü"/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9pPr>
            </a:lstStyle>
            <a:p>
              <a:pPr defTabSz="914336" eaLnBrk="1" fontAlgn="base" latinLnBrk="0" hangingPunct="1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ko-KR" sz="1000" kern="0">
                  <a:solidFill>
                    <a:srgbClr val="000000"/>
                  </a:solidFill>
                  <a:latin typeface="현대하모니 L" pitchFamily="18" charset="-127"/>
                  <a:ea typeface="현대하모니 L" pitchFamily="18" charset="-127"/>
                </a:rPr>
                <a:t>1.5cm</a:t>
              </a:r>
            </a:p>
          </p:txBody>
        </p:sp>
      </p:grpSp>
      <p:grpSp>
        <p:nvGrpSpPr>
          <p:cNvPr id="192571" name="Group 195"/>
          <p:cNvGrpSpPr>
            <a:grpSpLocks/>
          </p:cNvGrpSpPr>
          <p:nvPr/>
        </p:nvGrpSpPr>
        <p:grpSpPr bwMode="auto">
          <a:xfrm>
            <a:off x="7185025" y="3648075"/>
            <a:ext cx="865188" cy="239713"/>
            <a:chOff x="884" y="3460"/>
            <a:chExt cx="239" cy="151"/>
          </a:xfrm>
        </p:grpSpPr>
        <p:grpSp>
          <p:nvGrpSpPr>
            <p:cNvPr id="192604" name="Group 196"/>
            <p:cNvGrpSpPr>
              <a:grpSpLocks/>
            </p:cNvGrpSpPr>
            <p:nvPr/>
          </p:nvGrpSpPr>
          <p:grpSpPr bwMode="auto">
            <a:xfrm>
              <a:off x="884" y="3521"/>
              <a:ext cx="227" cy="90"/>
              <a:chOff x="884" y="3521"/>
              <a:chExt cx="227" cy="90"/>
            </a:xfrm>
          </p:grpSpPr>
          <p:sp>
            <p:nvSpPr>
              <p:cNvPr id="47" name="Line 197"/>
              <p:cNvSpPr>
                <a:spLocks noChangeShapeType="1"/>
              </p:cNvSpPr>
              <p:nvPr/>
            </p:nvSpPr>
            <p:spPr bwMode="auto">
              <a:xfrm>
                <a:off x="884" y="3566"/>
                <a:ext cx="22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defTabSz="914336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8" name="Line 198"/>
              <p:cNvSpPr>
                <a:spLocks noChangeShapeType="1"/>
              </p:cNvSpPr>
              <p:nvPr/>
            </p:nvSpPr>
            <p:spPr bwMode="auto">
              <a:xfrm flipV="1">
                <a:off x="884" y="3521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defTabSz="914336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9" name="Line 199"/>
              <p:cNvSpPr>
                <a:spLocks noChangeShapeType="1"/>
              </p:cNvSpPr>
              <p:nvPr/>
            </p:nvSpPr>
            <p:spPr bwMode="auto">
              <a:xfrm flipV="1">
                <a:off x="1110" y="3521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defTabSz="914336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ko-KR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6" name="Text Box 200"/>
            <p:cNvSpPr txBox="1">
              <a:spLocks noChangeArrowheads="1"/>
            </p:cNvSpPr>
            <p:nvPr/>
          </p:nvSpPr>
          <p:spPr bwMode="auto">
            <a:xfrm>
              <a:off x="896" y="3460"/>
              <a:ext cx="22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5pPr>
              <a:lvl6pPr marL="2514600" indent="-228600" eaLnBrk="0" fontAlgn="base" hangingPunct="0">
                <a:lnSpc>
                  <a:spcPct val="155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ü"/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6pPr>
              <a:lvl7pPr marL="2971800" indent="-228600" eaLnBrk="0" fontAlgn="base" hangingPunct="0">
                <a:lnSpc>
                  <a:spcPct val="155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ü"/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7pPr>
              <a:lvl8pPr marL="3429000" indent="-228600" eaLnBrk="0" fontAlgn="base" hangingPunct="0">
                <a:lnSpc>
                  <a:spcPct val="155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ü"/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8pPr>
              <a:lvl9pPr marL="3886200" indent="-228600" eaLnBrk="0" fontAlgn="base" hangingPunct="0">
                <a:lnSpc>
                  <a:spcPct val="155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ü"/>
                <a:defRPr kumimoji="1" sz="1200" b="1">
                  <a:solidFill>
                    <a:schemeClr val="tx1"/>
                  </a:solidFill>
                  <a:latin typeface="현대하모니 B" pitchFamily="18" charset="-127"/>
                  <a:ea typeface="현대하모니 B" pitchFamily="18" charset="-127"/>
                </a:defRPr>
              </a:lvl9pPr>
            </a:lstStyle>
            <a:p>
              <a:pPr defTabSz="914336" eaLnBrk="1" fontAlgn="base" latinLnBrk="0" hangingPunct="1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ko-KR" sz="1000" kern="0">
                  <a:solidFill>
                    <a:srgbClr val="000000"/>
                  </a:solidFill>
                  <a:latin typeface="현대하모니 L" pitchFamily="18" charset="-127"/>
                  <a:ea typeface="현대하모니 L" pitchFamily="18" charset="-127"/>
                </a:rPr>
                <a:t>2.5cm</a:t>
              </a:r>
            </a:p>
          </p:txBody>
        </p:sp>
      </p:grpSp>
      <p:sp>
        <p:nvSpPr>
          <p:cNvPr id="50" name="Text Box 200"/>
          <p:cNvSpPr txBox="1">
            <a:spLocks noChangeArrowheads="1"/>
          </p:cNvSpPr>
          <p:nvPr/>
        </p:nvSpPr>
        <p:spPr bwMode="auto">
          <a:xfrm>
            <a:off x="6783388" y="1949450"/>
            <a:ext cx="1000125" cy="3190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i="0" kern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특이정보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i="0" kern="0" dirty="0" smtClean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(1~40 </a:t>
            </a:r>
            <a:r>
              <a:rPr lang="en-US" altLang="ko-KR" sz="1100" i="0" kern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Byte)</a:t>
            </a:r>
          </a:p>
        </p:txBody>
      </p:sp>
      <p:sp>
        <p:nvSpPr>
          <p:cNvPr id="51" name="Freeform 201"/>
          <p:cNvSpPr>
            <a:spLocks/>
          </p:cNvSpPr>
          <p:nvPr/>
        </p:nvSpPr>
        <p:spPr bwMode="auto">
          <a:xfrm>
            <a:off x="8056563" y="1797050"/>
            <a:ext cx="620712" cy="5032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1055197819 h 240"/>
              <a:gd name="T4" fmla="*/ 860455937 w 672"/>
              <a:gd name="T5" fmla="*/ 1055197819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4" tIns="45717" rIns="91434" bIns="45717" anchor="ctr"/>
          <a:lstStyle/>
          <a:p>
            <a:pPr defTabSz="914336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8101013" y="1931988"/>
            <a:ext cx="1054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0" kern="0" dirty="0" err="1" smtClean="0">
                <a:solidFill>
                  <a:srgbClr val="000000"/>
                </a:solidFill>
              </a:rPr>
              <a:t>초도품</a:t>
            </a:r>
            <a:r>
              <a:rPr lang="ko-KR" altLang="en-US" sz="1100" b="0" kern="0" dirty="0" smtClean="0">
                <a:solidFill>
                  <a:srgbClr val="000000"/>
                </a:solidFill>
              </a:rPr>
              <a:t> 구분</a:t>
            </a:r>
            <a:endParaRPr lang="ko-KR" altLang="en-US" sz="1100" b="0" kern="0" dirty="0">
              <a:solidFill>
                <a:srgbClr val="000000"/>
              </a:solidFill>
            </a:endParaRPr>
          </a:p>
          <a:p>
            <a:pPr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b="0" kern="0" dirty="0" smtClean="0">
                <a:solidFill>
                  <a:srgbClr val="000000"/>
                </a:solidFill>
              </a:rPr>
              <a:t>(1 </a:t>
            </a:r>
            <a:r>
              <a:rPr lang="en-US" altLang="ko-KR" sz="1100" b="0" kern="0" dirty="0">
                <a:solidFill>
                  <a:srgbClr val="000000"/>
                </a:solidFill>
              </a:rPr>
              <a:t>Byte)</a:t>
            </a:r>
          </a:p>
        </p:txBody>
      </p:sp>
      <p:sp>
        <p:nvSpPr>
          <p:cNvPr id="192575" name="Rectangle 2"/>
          <p:cNvSpPr>
            <a:spLocks noChangeArrowheads="1"/>
          </p:cNvSpPr>
          <p:nvPr/>
        </p:nvSpPr>
        <p:spPr bwMode="auto">
          <a:xfrm>
            <a:off x="201613" y="4506913"/>
            <a:ext cx="9504362" cy="1830387"/>
          </a:xfrm>
          <a:prstGeom prst="rect">
            <a:avLst/>
          </a:prstGeom>
          <a:solidFill>
            <a:srgbClr val="CCECFF">
              <a:alpha val="54117"/>
            </a:srgbClr>
          </a:solidFill>
          <a:ln w="6350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ko-KR" altLang="en-US" sz="18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92576" name="Text Box 50"/>
          <p:cNvSpPr txBox="1">
            <a:spLocks noChangeArrowheads="1"/>
          </p:cNvSpPr>
          <p:nvPr/>
        </p:nvSpPr>
        <p:spPr bwMode="auto">
          <a:xfrm>
            <a:off x="384175" y="4576763"/>
            <a:ext cx="3119438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3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※ </a:t>
            </a:r>
            <a:r>
              <a:rPr lang="ko-KR" altLang="en-US" sz="13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부품 추적코드 구성 체계</a:t>
            </a:r>
            <a:r>
              <a:rPr lang="en-US" altLang="ko-KR" sz="13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ko-KR" sz="13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案</a:t>
            </a:r>
            <a:r>
              <a:rPr lang="en-US" altLang="ko-KR" sz="13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59" name="Freeform 199"/>
          <p:cNvSpPr>
            <a:spLocks/>
          </p:cNvSpPr>
          <p:nvPr/>
        </p:nvSpPr>
        <p:spPr bwMode="auto">
          <a:xfrm>
            <a:off x="5065713" y="1797050"/>
            <a:ext cx="760412" cy="5032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1055197819 h 240"/>
              <a:gd name="T4" fmla="*/ 860455937 w 672"/>
              <a:gd name="T5" fmla="*/ 1055197819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4" tIns="45717" rIns="91434" bIns="45717" anchor="ctr"/>
          <a:lstStyle/>
          <a:p>
            <a:pPr defTabSz="914336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0" name="Freeform 199"/>
          <p:cNvSpPr>
            <a:spLocks/>
          </p:cNvSpPr>
          <p:nvPr/>
        </p:nvSpPr>
        <p:spPr bwMode="auto">
          <a:xfrm>
            <a:off x="3527425" y="1797050"/>
            <a:ext cx="760413" cy="5032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1055197819 h 240"/>
              <a:gd name="T4" fmla="*/ 860455937 w 672"/>
              <a:gd name="T5" fmla="*/ 1055197819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4" tIns="45717" rIns="91434" bIns="45717" anchor="ctr"/>
          <a:lstStyle/>
          <a:p>
            <a:pPr defTabSz="914336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1" name="Freeform 199"/>
          <p:cNvSpPr>
            <a:spLocks/>
          </p:cNvSpPr>
          <p:nvPr/>
        </p:nvSpPr>
        <p:spPr bwMode="auto">
          <a:xfrm>
            <a:off x="2582863" y="1797050"/>
            <a:ext cx="760412" cy="5032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1055197819 h 240"/>
              <a:gd name="T4" fmla="*/ 860455937 w 672"/>
              <a:gd name="T5" fmla="*/ 1055197819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4" tIns="45717" rIns="91434" bIns="45717" anchor="ctr"/>
          <a:lstStyle/>
          <a:p>
            <a:pPr defTabSz="914336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2" name="Freeform 199"/>
          <p:cNvSpPr>
            <a:spLocks/>
          </p:cNvSpPr>
          <p:nvPr/>
        </p:nvSpPr>
        <p:spPr bwMode="auto">
          <a:xfrm>
            <a:off x="1601788" y="1797050"/>
            <a:ext cx="760412" cy="5032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1055197819 h 240"/>
              <a:gd name="T4" fmla="*/ 860455937 w 672"/>
              <a:gd name="T5" fmla="*/ 1055197819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4" tIns="45717" rIns="91434" bIns="45717" anchor="ctr"/>
          <a:lstStyle/>
          <a:p>
            <a:pPr defTabSz="914336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3" name="Freeform 199"/>
          <p:cNvSpPr>
            <a:spLocks/>
          </p:cNvSpPr>
          <p:nvPr/>
        </p:nvSpPr>
        <p:spPr bwMode="auto">
          <a:xfrm>
            <a:off x="742950" y="1797050"/>
            <a:ext cx="760413" cy="5032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1055197819 h 240"/>
              <a:gd name="T4" fmla="*/ 860455937 w 672"/>
              <a:gd name="T5" fmla="*/ 1055197819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4" tIns="45717" rIns="91434" bIns="45717" anchor="ctr"/>
          <a:lstStyle/>
          <a:p>
            <a:pPr defTabSz="914336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4" name="Text Box 190"/>
          <p:cNvSpPr txBox="1">
            <a:spLocks noChangeArrowheads="1"/>
          </p:cNvSpPr>
          <p:nvPr/>
        </p:nvSpPr>
        <p:spPr bwMode="auto">
          <a:xfrm>
            <a:off x="142875" y="2020888"/>
            <a:ext cx="628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5pPr>
            <a:lvl6pPr marL="25146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6pPr>
            <a:lvl7pPr marL="29718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7pPr>
            <a:lvl8pPr marL="34290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8pPr>
            <a:lvl9pPr marL="3886200" indent="-228600" eaLnBrk="0" fontAlgn="base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  <a:defRPr kumimoji="1" sz="1200" b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defRPr>
            </a:lvl9pPr>
          </a:lstStyle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0" kern="0" dirty="0" smtClean="0">
                <a:solidFill>
                  <a:srgbClr val="000000"/>
                </a:solidFill>
              </a:rPr>
              <a:t>항목</a:t>
            </a:r>
            <a:endParaRPr lang="en-US" altLang="ko-KR" sz="1100" b="0" kern="0" dirty="0" smtClean="0">
              <a:solidFill>
                <a:srgbClr val="000000"/>
              </a:solidFill>
            </a:endParaRPr>
          </a:p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b="0" kern="0" dirty="0" smtClean="0">
                <a:solidFill>
                  <a:srgbClr val="000000"/>
                </a:solidFill>
              </a:rPr>
              <a:t>(Data</a:t>
            </a:r>
          </a:p>
          <a:p>
            <a:pPr algn="ctr" defTabSz="914336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0" kern="0" dirty="0" smtClean="0">
                <a:solidFill>
                  <a:srgbClr val="000000"/>
                </a:solidFill>
              </a:rPr>
              <a:t>사이즈</a:t>
            </a:r>
            <a:r>
              <a:rPr lang="en-US" altLang="ko-KR" sz="1100" b="0" kern="0" dirty="0" smtClean="0">
                <a:solidFill>
                  <a:srgbClr val="000000"/>
                </a:solidFill>
              </a:rPr>
              <a:t>)</a:t>
            </a:r>
            <a:endParaRPr lang="en-US" altLang="ko-KR" sz="1100" b="0" kern="0" dirty="0">
              <a:solidFill>
                <a:srgbClr val="000000"/>
              </a:solidFill>
            </a:endParaRPr>
          </a:p>
        </p:txBody>
      </p:sp>
      <p:sp>
        <p:nvSpPr>
          <p:cNvPr id="192583" name="Rectangle 32"/>
          <p:cNvSpPr>
            <a:spLocks noChangeArrowheads="1"/>
          </p:cNvSpPr>
          <p:nvPr/>
        </p:nvSpPr>
        <p:spPr bwMode="auto">
          <a:xfrm>
            <a:off x="619125" y="4846638"/>
            <a:ext cx="428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6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  150520S1B2A0476217</a:t>
            </a:r>
          </a:p>
        </p:txBody>
      </p:sp>
      <p:sp>
        <p:nvSpPr>
          <p:cNvPr id="192584" name="Freeform 36"/>
          <p:cNvSpPr>
            <a:spLocks/>
          </p:cNvSpPr>
          <p:nvPr/>
        </p:nvSpPr>
        <p:spPr bwMode="auto">
          <a:xfrm>
            <a:off x="1047750" y="5072063"/>
            <a:ext cx="265113" cy="1165225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2147483647 h 240"/>
              <a:gd name="T4" fmla="*/ 2147483647 w 672"/>
              <a:gd name="T5" fmla="*/ 2147483647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mtClean="0">
              <a:solidFill>
                <a:srgbClr val="000000"/>
              </a:solidFill>
            </a:endParaRPr>
          </a:p>
        </p:txBody>
      </p:sp>
      <p:sp>
        <p:nvSpPr>
          <p:cNvPr id="192585" name="Rectangle 37"/>
          <p:cNvSpPr>
            <a:spLocks noChangeArrowheads="1"/>
          </p:cNvSpPr>
          <p:nvPr/>
        </p:nvSpPr>
        <p:spPr bwMode="auto">
          <a:xfrm>
            <a:off x="1274763" y="6151563"/>
            <a:ext cx="4403725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생산일자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(YYMMDD, 150520 : 2015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년 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05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월 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20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일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 -  6 byte</a:t>
            </a:r>
          </a:p>
        </p:txBody>
      </p:sp>
      <p:sp>
        <p:nvSpPr>
          <p:cNvPr id="192586" name="Freeform 45"/>
          <p:cNvSpPr>
            <a:spLocks/>
          </p:cNvSpPr>
          <p:nvPr/>
        </p:nvSpPr>
        <p:spPr bwMode="auto">
          <a:xfrm>
            <a:off x="1997075" y="5070475"/>
            <a:ext cx="249238" cy="423863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2147483647 h 240"/>
              <a:gd name="T4" fmla="*/ 2147483647 w 672"/>
              <a:gd name="T5" fmla="*/ 2147483647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mtClean="0">
              <a:solidFill>
                <a:srgbClr val="000000"/>
              </a:solidFill>
            </a:endParaRPr>
          </a:p>
        </p:txBody>
      </p:sp>
      <p:sp>
        <p:nvSpPr>
          <p:cNvPr id="192587" name="Rectangle 46"/>
          <p:cNvSpPr>
            <a:spLocks noChangeArrowheads="1"/>
          </p:cNvSpPr>
          <p:nvPr/>
        </p:nvSpPr>
        <p:spPr bwMode="auto">
          <a:xfrm>
            <a:off x="2720975" y="5118100"/>
            <a:ext cx="58324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부품 제조번호  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문자 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or 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숫자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 -  7 ~ 30 byte </a:t>
            </a:r>
            <a:r>
              <a:rPr lang="en-US" altLang="ko-KR" sz="1200" b="1" smtClean="0">
                <a:solidFill>
                  <a:srgbClr val="0000FF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200" b="1" smtClean="0">
                <a:solidFill>
                  <a:srgbClr val="0000FF"/>
                </a:solidFill>
                <a:latin typeface="현대하모니 L" pitchFamily="18" charset="-127"/>
                <a:ea typeface="현대하모니 L" pitchFamily="18" charset="-127"/>
              </a:rPr>
              <a:t>시리얼 중복 방지를 위해 </a:t>
            </a:r>
            <a:r>
              <a:rPr lang="en-US" altLang="ko-KR" sz="14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7</a:t>
            </a:r>
            <a:r>
              <a:rPr lang="ko-KR" altLang="en-US" sz="14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자리 </a:t>
            </a:r>
            <a:r>
              <a:rPr lang="ko-KR" altLang="en-US" sz="1200" b="1" smtClean="0">
                <a:solidFill>
                  <a:srgbClr val="0000FF"/>
                </a:solidFill>
                <a:latin typeface="현대하모니 L" pitchFamily="18" charset="-127"/>
                <a:ea typeface="현대하모니 L" pitchFamily="18" charset="-127"/>
              </a:rPr>
              <a:t>이상 운영</a:t>
            </a:r>
            <a:r>
              <a:rPr lang="en-US" altLang="ko-KR" sz="1200" b="1" smtClean="0">
                <a:solidFill>
                  <a:srgbClr val="0000FF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192588" name="Freeform 62"/>
          <p:cNvSpPr>
            <a:spLocks/>
          </p:cNvSpPr>
          <p:nvPr/>
        </p:nvSpPr>
        <p:spPr bwMode="auto">
          <a:xfrm>
            <a:off x="1704975" y="5064125"/>
            <a:ext cx="265113" cy="731838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2147483647 h 240"/>
              <a:gd name="T4" fmla="*/ 2147483647 w 672"/>
              <a:gd name="T5" fmla="*/ 2147483647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mtClean="0">
              <a:solidFill>
                <a:srgbClr val="000000"/>
              </a:solidFill>
            </a:endParaRPr>
          </a:p>
        </p:txBody>
      </p:sp>
      <p:sp>
        <p:nvSpPr>
          <p:cNvPr id="192589" name="Line 35"/>
          <p:cNvSpPr>
            <a:spLocks noChangeShapeType="1"/>
          </p:cNvSpPr>
          <p:nvPr/>
        </p:nvSpPr>
        <p:spPr bwMode="auto">
          <a:xfrm>
            <a:off x="787400" y="5059363"/>
            <a:ext cx="63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mtClean="0">
              <a:solidFill>
                <a:srgbClr val="000000"/>
              </a:solidFill>
            </a:endParaRPr>
          </a:p>
        </p:txBody>
      </p:sp>
      <p:sp>
        <p:nvSpPr>
          <p:cNvPr id="192590" name="Line 38"/>
          <p:cNvSpPr>
            <a:spLocks noChangeShapeType="1"/>
          </p:cNvSpPr>
          <p:nvPr/>
        </p:nvSpPr>
        <p:spPr bwMode="auto">
          <a:xfrm>
            <a:off x="1473200" y="5059363"/>
            <a:ext cx="411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mtClean="0">
              <a:solidFill>
                <a:srgbClr val="000000"/>
              </a:solidFill>
            </a:endParaRPr>
          </a:p>
        </p:txBody>
      </p:sp>
      <p:sp>
        <p:nvSpPr>
          <p:cNvPr id="192591" name="Line 44"/>
          <p:cNvSpPr>
            <a:spLocks noChangeShapeType="1"/>
          </p:cNvSpPr>
          <p:nvPr/>
        </p:nvSpPr>
        <p:spPr bwMode="auto">
          <a:xfrm>
            <a:off x="2095500" y="5059363"/>
            <a:ext cx="715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mtClean="0">
              <a:solidFill>
                <a:srgbClr val="000000"/>
              </a:solidFill>
            </a:endParaRPr>
          </a:p>
        </p:txBody>
      </p:sp>
      <p:sp>
        <p:nvSpPr>
          <p:cNvPr id="192592" name="Line 38"/>
          <p:cNvSpPr>
            <a:spLocks noChangeShapeType="1"/>
          </p:cNvSpPr>
          <p:nvPr/>
        </p:nvSpPr>
        <p:spPr bwMode="auto">
          <a:xfrm>
            <a:off x="1955800" y="5057775"/>
            <a:ext cx="76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mtClean="0">
              <a:solidFill>
                <a:srgbClr val="000000"/>
              </a:solidFill>
            </a:endParaRPr>
          </a:p>
        </p:txBody>
      </p:sp>
      <p:sp>
        <p:nvSpPr>
          <p:cNvPr id="192593" name="Freeform 45"/>
          <p:cNvSpPr>
            <a:spLocks/>
          </p:cNvSpPr>
          <p:nvPr/>
        </p:nvSpPr>
        <p:spPr bwMode="auto">
          <a:xfrm>
            <a:off x="2508250" y="5054600"/>
            <a:ext cx="249238" cy="165100"/>
          </a:xfrm>
          <a:custGeom>
            <a:avLst/>
            <a:gdLst>
              <a:gd name="T0" fmla="*/ 0 w 672"/>
              <a:gd name="T1" fmla="*/ 0 h 240"/>
              <a:gd name="T2" fmla="*/ 0 w 672"/>
              <a:gd name="T3" fmla="*/ 2147483647 h 240"/>
              <a:gd name="T4" fmla="*/ 2147483647 w 672"/>
              <a:gd name="T5" fmla="*/ 2147483647 h 240"/>
              <a:gd name="T6" fmla="*/ 0 60000 65536"/>
              <a:gd name="T7" fmla="*/ 0 60000 65536"/>
              <a:gd name="T8" fmla="*/ 0 60000 65536"/>
              <a:gd name="T9" fmla="*/ 0 w 672"/>
              <a:gd name="T10" fmla="*/ 0 h 240"/>
              <a:gd name="T11" fmla="*/ 672 w 672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240">
                <a:moveTo>
                  <a:pt x="0" y="0"/>
                </a:moveTo>
                <a:lnTo>
                  <a:pt x="0" y="240"/>
                </a:lnTo>
                <a:lnTo>
                  <a:pt x="672" y="24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mtClean="0">
              <a:solidFill>
                <a:srgbClr val="000000"/>
              </a:solidFill>
            </a:endParaRPr>
          </a:p>
        </p:txBody>
      </p:sp>
      <p:sp>
        <p:nvSpPr>
          <p:cNvPr id="192594" name="Rectangle 46"/>
          <p:cNvSpPr>
            <a:spLocks noChangeArrowheads="1"/>
          </p:cNvSpPr>
          <p:nvPr/>
        </p:nvSpPr>
        <p:spPr bwMode="auto">
          <a:xfrm>
            <a:off x="2219325" y="5395913"/>
            <a:ext cx="6113463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로트관리 방법 구분 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en-US" altLang="ko-KR" sz="1200" b="1" smtClean="0">
                <a:solidFill>
                  <a:srgbClr val="C00000"/>
                </a:solidFill>
                <a:latin typeface="현대하모니 L" pitchFamily="18" charset="-127"/>
                <a:ea typeface="현대하모니 L" pitchFamily="18" charset="-127"/>
              </a:rPr>
              <a:t>A : </a:t>
            </a:r>
            <a:r>
              <a:rPr lang="ko-KR" altLang="en-US" sz="1200" b="1" smtClean="0">
                <a:solidFill>
                  <a:srgbClr val="C00000"/>
                </a:solidFill>
                <a:latin typeface="현대하모니 L" pitchFamily="18" charset="-127"/>
                <a:ea typeface="현대하모니 L" pitchFamily="18" charset="-127"/>
              </a:rPr>
              <a:t>개별 </a:t>
            </a:r>
            <a:r>
              <a:rPr lang="en-US" altLang="ko-KR" sz="1200" b="1" smtClean="0">
                <a:solidFill>
                  <a:srgbClr val="C00000"/>
                </a:solidFill>
                <a:latin typeface="현대하모니 L" pitchFamily="18" charset="-127"/>
                <a:ea typeface="현대하모니 L" pitchFamily="18" charset="-127"/>
              </a:rPr>
              <a:t>Serial </a:t>
            </a:r>
            <a:r>
              <a:rPr lang="ko-KR" altLang="en-US" sz="1200" b="1" smtClean="0">
                <a:solidFill>
                  <a:srgbClr val="C00000"/>
                </a:solidFill>
                <a:latin typeface="현대하모니 L" pitchFamily="18" charset="-127"/>
                <a:ea typeface="현대하모니 L" pitchFamily="18" charset="-127"/>
              </a:rPr>
              <a:t>번호 관리</a:t>
            </a:r>
            <a:r>
              <a:rPr lang="en-US" altLang="ko-KR" sz="1200" b="1" smtClean="0">
                <a:solidFill>
                  <a:srgbClr val="C00000"/>
                </a:solidFill>
                <a:latin typeface="현대하모니 L" pitchFamily="18" charset="-127"/>
                <a:ea typeface="현대하모니 L" pitchFamily="18" charset="-127"/>
              </a:rPr>
              <a:t>,  @ : </a:t>
            </a:r>
            <a:r>
              <a:rPr lang="ko-KR" altLang="en-US" sz="1200" b="1" smtClean="0">
                <a:solidFill>
                  <a:srgbClr val="C00000"/>
                </a:solidFill>
                <a:latin typeface="현대하모니 L" pitchFamily="18" charset="-127"/>
                <a:ea typeface="현대하모니 L" pitchFamily="18" charset="-127"/>
              </a:rPr>
              <a:t>다수개체 로트 관리 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 -  1  byte</a:t>
            </a:r>
          </a:p>
        </p:txBody>
      </p:sp>
      <p:sp>
        <p:nvSpPr>
          <p:cNvPr id="192595" name="Rectangle 46"/>
          <p:cNvSpPr>
            <a:spLocks noChangeArrowheads="1"/>
          </p:cNvSpPr>
          <p:nvPr/>
        </p:nvSpPr>
        <p:spPr bwMode="auto">
          <a:xfrm>
            <a:off x="1935163" y="5713413"/>
            <a:ext cx="611346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부품 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4M 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기초정보 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협력사별 자체 정의해서 활용</a:t>
            </a:r>
            <a:r>
              <a:rPr lang="en-US" altLang="ko-KR" sz="12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 -  4  byte</a:t>
            </a:r>
          </a:p>
        </p:txBody>
      </p:sp>
      <p:sp>
        <p:nvSpPr>
          <p:cNvPr id="192596" name="Rectangle 46"/>
          <p:cNvSpPr>
            <a:spLocks noChangeArrowheads="1"/>
          </p:cNvSpPr>
          <p:nvPr/>
        </p:nvSpPr>
        <p:spPr bwMode="auto">
          <a:xfrm>
            <a:off x="1973263" y="5897563"/>
            <a:ext cx="4522787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  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예시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)  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공장 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(S : 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서산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), 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라인 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(1: 1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라인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), 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교대 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(B : B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조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), 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재료 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(2 : </a:t>
            </a:r>
            <a:r>
              <a:rPr lang="ko-KR" altLang="en-US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알루미늄</a:t>
            </a:r>
            <a:r>
              <a:rPr lang="en-US" altLang="ko-KR" sz="1100" b="1" smtClean="0">
                <a:solidFill>
                  <a:srgbClr val="7F7F7F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192600" name="Rectangle 279"/>
          <p:cNvSpPr>
            <a:spLocks noChangeArrowheads="1"/>
          </p:cNvSpPr>
          <p:nvPr/>
        </p:nvSpPr>
        <p:spPr bwMode="auto">
          <a:xfrm>
            <a:off x="4140200" y="727075"/>
            <a:ext cx="5710238" cy="16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[</a:t>
            </a:r>
            <a:r>
              <a:rPr lang="ko-KR" altLang="en-US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필수</a:t>
            </a:r>
            <a:r>
              <a:rPr lang="en-US" altLang="ko-KR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옵션</a:t>
            </a:r>
            <a:r>
              <a:rPr lang="en-US" altLang="ko-KR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]          Mandatory (</a:t>
            </a:r>
            <a:r>
              <a:rPr lang="ko-KR" altLang="en-US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필수</a:t>
            </a:r>
            <a:r>
              <a:rPr lang="en-US" altLang="ko-KR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) ,          Conditional (</a:t>
            </a:r>
            <a:r>
              <a:rPr lang="ko-KR" altLang="en-US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해당시 필수</a:t>
            </a:r>
            <a:r>
              <a:rPr lang="en-US" altLang="ko-KR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) ,          O: option (</a:t>
            </a:r>
            <a:r>
              <a:rPr lang="ko-KR" altLang="en-US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선택</a:t>
            </a:r>
            <a:r>
              <a:rPr lang="en-US" altLang="ko-KR" sz="1000" b="1" smtClean="0">
                <a:solidFill>
                  <a:srgbClr val="0000CC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4954588" y="790575"/>
            <a:ext cx="215900" cy="98425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i="1">
              <a:solidFill>
                <a:srgbClr val="FFFFFF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394450" y="790575"/>
            <a:ext cx="215900" cy="98425"/>
          </a:xfrm>
          <a:prstGeom prst="rect">
            <a:avLst/>
          </a:prstGeom>
          <a:solidFill>
            <a:srgbClr val="FFFF0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i="1">
              <a:solidFill>
                <a:srgbClr val="FFFFFF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8231188" y="790575"/>
            <a:ext cx="215900" cy="984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i="1">
              <a:solidFill>
                <a:srgbClr val="FFFFFF"/>
              </a:solidFill>
            </a:endParaRPr>
          </a:p>
        </p:txBody>
      </p:sp>
      <p:sp>
        <p:nvSpPr>
          <p:cNvPr id="73" name="Text Box 2"/>
          <p:cNvSpPr txBox="1">
            <a:spLocks noChangeArrowheads="1"/>
          </p:cNvSpPr>
          <p:nvPr/>
        </p:nvSpPr>
        <p:spPr bwMode="auto">
          <a:xfrm>
            <a:off x="273052" y="115894"/>
            <a:ext cx="691219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fontAlgn="base" latinLnBrk="0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rgbClr val="3333CC"/>
              </a:buClr>
              <a:buSzPct val="75000"/>
              <a:buNone/>
            </a:pPr>
            <a:r>
              <a:rPr lang="ko-KR" altLang="en-US" sz="2400" dirty="0" smtClean="0">
                <a:solidFill>
                  <a:srgbClr val="00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▣ 바코드생성 표준안</a:t>
            </a:r>
            <a:endParaRPr lang="en-US" altLang="ko-KR" sz="2400" dirty="0">
              <a:solidFill>
                <a:srgbClr val="00000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8068394" y="342181"/>
            <a:ext cx="1572866" cy="2708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base" latinLnBrk="0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lang="en-US" altLang="ko-KR" sz="1200" dirty="0">
                <a:solidFill>
                  <a:srgbClr val="FFFFFF">
                    <a:lumMod val="50000"/>
                  </a:srgbClr>
                </a:solidFill>
                <a:latin typeface="현대하모니 M" pitchFamily="18" charset="-127"/>
                <a:ea typeface="현대하모니 M" pitchFamily="18" charset="-127"/>
              </a:rPr>
              <a:t>[</a:t>
            </a:r>
            <a:r>
              <a:rPr lang="ko-KR" altLang="en-US" sz="1200" dirty="0" smtClean="0">
                <a:solidFill>
                  <a:srgbClr val="FFFFFF">
                    <a:lumMod val="50000"/>
                  </a:srgbClr>
                </a:solidFill>
                <a:latin typeface="현대하모니 M" pitchFamily="18" charset="-127"/>
                <a:ea typeface="현대하모니 M" pitchFamily="18" charset="-127"/>
              </a:rPr>
              <a:t>바코드 표준구조 </a:t>
            </a:r>
            <a:r>
              <a:rPr lang="en-US" altLang="ko-KR" sz="1200" dirty="0" smtClean="0">
                <a:solidFill>
                  <a:srgbClr val="FFFFFF">
                    <a:lumMod val="50000"/>
                  </a:srgbClr>
                </a:solidFill>
                <a:latin typeface="현대하모니 M" pitchFamily="18" charset="-127"/>
                <a:ea typeface="현대하모니 M" pitchFamily="18" charset="-127"/>
              </a:rPr>
              <a:t>: </a:t>
            </a:r>
            <a:r>
              <a:rPr lang="ko-KR" altLang="en-US" sz="1200" dirty="0" smtClean="0">
                <a:solidFill>
                  <a:srgbClr val="FFFFFF">
                    <a:lumMod val="50000"/>
                  </a:srgbClr>
                </a:solidFill>
                <a:latin typeface="현대하모니 M" pitchFamily="18" charset="-127"/>
                <a:ea typeface="현대하모니 M" pitchFamily="18" charset="-127"/>
              </a:rPr>
              <a:t>   </a:t>
            </a:r>
            <a:r>
              <a:rPr lang="en-US" altLang="ko-KR" sz="1200" dirty="0">
                <a:solidFill>
                  <a:srgbClr val="FFFFFF">
                    <a:lumMod val="50000"/>
                  </a:srgbClr>
                </a:solidFill>
                <a:latin typeface="현대하모니 M" pitchFamily="18" charset="-127"/>
                <a:ea typeface="현대하모니 M" pitchFamily="18" charset="-127"/>
              </a:rPr>
              <a:t>]</a:t>
            </a:r>
            <a:endParaRPr lang="en-US" altLang="ko-KR" sz="2000" dirty="0">
              <a:solidFill>
                <a:srgbClr val="FFFFFF">
                  <a:lumMod val="50000"/>
                </a:srgbClr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92598" name="개체 70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7557200"/>
              </p:ext>
            </p:extLst>
          </p:nvPr>
        </p:nvGraphicFramePr>
        <p:xfrm>
          <a:off x="9355138" y="423627"/>
          <a:ext cx="10795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5" name="프레젠테이션" showAsIcon="1" r:id="rId6" imgW="380880" imgH="685800" progId="PowerPoint.Show.8">
                  <p:embed/>
                </p:oleObj>
              </mc:Choice>
              <mc:Fallback>
                <p:oleObj name="프레젠테이션" showAsIcon="1" r:id="rId6" imgW="380880" imgH="685800" progId="PowerPoint.Show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 l="-113422" t="-31496" r="119093" b="78740"/>
                      <a:stretch>
                        <a:fillRect/>
                      </a:stretch>
                    </p:blipFill>
                    <p:spPr bwMode="auto">
                      <a:xfrm>
                        <a:off x="9355138" y="423627"/>
                        <a:ext cx="107950" cy="10795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6350">
                        <a:solidFill>
                          <a:srgbClr val="BFBFB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8866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roup 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571433"/>
              </p:ext>
            </p:extLst>
          </p:nvPr>
        </p:nvGraphicFramePr>
        <p:xfrm>
          <a:off x="420688" y="1412875"/>
          <a:ext cx="9072562" cy="4968875"/>
        </p:xfrm>
        <a:graphic>
          <a:graphicData uri="http://schemas.openxmlformats.org/drawingml/2006/table">
            <a:tbl>
              <a:tblPr/>
              <a:tblGrid>
                <a:gridCol w="1032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0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8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구분</a:t>
                      </a:r>
                    </a:p>
                  </a:txBody>
                  <a:tcPr marL="91436" marR="91436" marT="18001" marB="18001" anchor="ctr" horzOverflow="overflow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내 용</a:t>
                      </a:r>
                    </a:p>
                  </a:txBody>
                  <a:tcPr marL="91436" marR="91436" marT="18001" marB="18001" anchor="ctr" horzOverflow="overflow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9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바코드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생성 방식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91436" marR="91436" marT="18001" marB="18001" anchor="ctr" horzOverflow="overflow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※ </a:t>
                      </a:r>
                      <a:r>
                        <a:rPr lang="ko-KR" altLang="en-US" sz="1200" b="1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바코드 생성 시</a:t>
                      </a:r>
                      <a:r>
                        <a:rPr lang="en-US" altLang="ko-KR" sz="1200" b="1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en-US" altLang="ko-KR" sz="12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2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하위부품의 바코드 정보를 연속하여 표기함 </a:t>
                      </a:r>
                      <a:r>
                        <a:rPr lang="en-US" altLang="ko-KR" sz="12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(#</a:t>
                      </a:r>
                      <a:r>
                        <a:rPr lang="ko-KR" altLang="en-US" sz="12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기호로 구분</a:t>
                      </a:r>
                      <a:r>
                        <a:rPr lang="en-US" altLang="ko-KR" sz="12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1436" marR="91436" marT="18001" marB="18001" horzOverflow="overflow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0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91436" marR="91436" marT="18001" marB="18001" anchor="ctr" horzOverflow="overflow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14300" marR="0" lvl="0" indent="-1143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장점 </a:t>
                      </a:r>
                      <a: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바코드에 하위 부품에 대한 정보 관리가 되어 부품사간 별도 정보연계 체계 구축이 불필요함</a:t>
                      </a:r>
                      <a:endParaRPr kumimoji="1" lang="en-US" altLang="ko-KR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114300" marR="0" lvl="0" indent="-1143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2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단점 </a:t>
                      </a:r>
                      <a:r>
                        <a:rPr kumimoji="1" lang="en-US" altLang="ko-KR" sz="12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2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하위부품의 수가 많아질수록 바코드의 크기가 커지게 되어 바코드 부착 위치 선정이 어려움</a:t>
                      </a:r>
                      <a:r>
                        <a:rPr kumimoji="1" lang="en-US" altLang="ko-KR" sz="12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2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</a:br>
                      <a: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</a:br>
                      <a: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※ </a:t>
                      </a:r>
                      <a:r>
                        <a:rPr kumimoji="1" lang="ko-KR" alt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추적 대상 부품 중 하위부품 최대 부품 수 </a:t>
                      </a:r>
                      <a: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: </a:t>
                      </a:r>
                      <a:r>
                        <a:rPr kumimoji="1" lang="en-US" altLang="ko-KR" sz="12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6</a:t>
                      </a:r>
                      <a:r>
                        <a:rPr kumimoji="1" lang="ko-KR" altLang="en-US" sz="12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개</a:t>
                      </a:r>
                      <a:r>
                        <a:rPr kumimoji="1" lang="ko-KR" alt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예상 바코드 크기 </a:t>
                      </a:r>
                      <a: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: 2.5cm x 2.5cm)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                                                               </a:t>
                      </a:r>
                      <a:r>
                        <a:rPr kumimoji="1" lang="ko-KR" alt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ㄴ </a:t>
                      </a:r>
                      <a:r>
                        <a:rPr kumimoji="1" lang="en-US" altLang="ko-KR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HMMA/KMMG </a:t>
                      </a:r>
                      <a:r>
                        <a:rPr kumimoji="1" lang="ko-KR" alt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부품마스터 대상</a:t>
                      </a:r>
                      <a:endParaRPr kumimoji="1" lang="en-US" altLang="ko-KR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6" marR="91436" marT="18001" marB="18001" horzOverflow="overflow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" name="Text Box 2"/>
          <p:cNvSpPr txBox="1">
            <a:spLocks noChangeArrowheads="1"/>
          </p:cNvSpPr>
          <p:nvPr/>
        </p:nvSpPr>
        <p:spPr bwMode="auto">
          <a:xfrm>
            <a:off x="425450" y="722481"/>
            <a:ext cx="8272463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285750" indent="-285750"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ko-KR" sz="16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M(ASSY) </a:t>
            </a:r>
            <a:r>
              <a:rPr lang="ko-KR" altLang="en-US" sz="16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이하 하위 부품에 대한 바코드 연계 관리 방안</a:t>
            </a:r>
            <a:endParaRPr lang="en-US" altLang="ko-KR" sz="1600" dirty="0" smtClean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ko-KR" sz="1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     - </a:t>
            </a:r>
            <a:r>
              <a:rPr lang="ko-KR" altLang="en-US" sz="1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모듈</a:t>
            </a:r>
            <a:r>
              <a:rPr lang="en-US" altLang="ko-KR" sz="1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1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직서열</a:t>
            </a:r>
            <a:r>
              <a:rPr lang="en-US" altLang="ko-KR" sz="1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1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비서열</a:t>
            </a:r>
            <a:r>
              <a:rPr lang="en-US" altLang="ko-KR" sz="1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1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사내서열 外</a:t>
            </a:r>
            <a:endParaRPr lang="ko-KR" altLang="en-US" sz="1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78" name="AutoShape 9"/>
          <p:cNvSpPr>
            <a:spLocks noChangeArrowheads="1"/>
          </p:cNvSpPr>
          <p:nvPr/>
        </p:nvSpPr>
        <p:spPr bwMode="auto">
          <a:xfrm>
            <a:off x="1598943" y="2476743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M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  <a:endParaRPr kumimoji="1" lang="en-US" altLang="ko-KR" sz="1000" kern="0" dirty="0">
              <a:ln w="3175"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(ASSY)</a:t>
            </a:r>
            <a:endParaRPr kumimoji="1" lang="ko-KR" altLang="en-US" sz="1000" kern="0" dirty="0">
              <a:ln w="3175"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79" name="AutoShape 9"/>
          <p:cNvSpPr>
            <a:spLocks noChangeArrowheads="1"/>
          </p:cNvSpPr>
          <p:nvPr/>
        </p:nvSpPr>
        <p:spPr bwMode="auto">
          <a:xfrm>
            <a:off x="2175002" y="2913213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S1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</a:p>
        </p:txBody>
      </p:sp>
      <p:sp>
        <p:nvSpPr>
          <p:cNvPr id="193555" name="TextBox 5"/>
          <p:cNvSpPr txBox="1">
            <a:spLocks noChangeArrowheads="1"/>
          </p:cNvSpPr>
          <p:nvPr/>
        </p:nvSpPr>
        <p:spPr bwMode="auto">
          <a:xfrm>
            <a:off x="4140200" y="4343400"/>
            <a:ext cx="1716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마</a:t>
            </a:r>
            <a:r>
              <a:rPr lang="en-US" altLang="ko-KR" sz="1200" dirty="0" smtClean="0">
                <a:latin typeface="현대하모니 L" pitchFamily="18" charset="-127"/>
                <a:ea typeface="현대하모니 L" pitchFamily="18" charset="-127"/>
              </a:rPr>
              <a:t>. S3 </a:t>
            </a:r>
            <a:r>
              <a:rPr lang="ko-KR" altLang="en-US" sz="1200" dirty="0" smtClean="0">
                <a:latin typeface="현대하모니 L" pitchFamily="18" charset="-127"/>
                <a:ea typeface="현대하모니 L" pitchFamily="18" charset="-127"/>
              </a:rPr>
              <a:t>바코드 생성</a:t>
            </a:r>
          </a:p>
        </p:txBody>
      </p:sp>
      <p:sp>
        <p:nvSpPr>
          <p:cNvPr id="81" name="AutoShape 9"/>
          <p:cNvSpPr>
            <a:spLocks noChangeArrowheads="1"/>
          </p:cNvSpPr>
          <p:nvPr/>
        </p:nvSpPr>
        <p:spPr bwMode="auto">
          <a:xfrm>
            <a:off x="2751071" y="3356147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S2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</a:p>
        </p:txBody>
      </p:sp>
      <p:sp>
        <p:nvSpPr>
          <p:cNvPr id="82" name="AutoShape 9"/>
          <p:cNvSpPr>
            <a:spLocks noChangeArrowheads="1"/>
          </p:cNvSpPr>
          <p:nvPr/>
        </p:nvSpPr>
        <p:spPr bwMode="auto">
          <a:xfrm>
            <a:off x="2758610" y="3849317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S2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</a:p>
        </p:txBody>
      </p:sp>
      <p:sp>
        <p:nvSpPr>
          <p:cNvPr id="83" name="AutoShape 9"/>
          <p:cNvSpPr>
            <a:spLocks noChangeArrowheads="1"/>
          </p:cNvSpPr>
          <p:nvPr/>
        </p:nvSpPr>
        <p:spPr bwMode="auto">
          <a:xfrm>
            <a:off x="3323786" y="4303137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S3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</a:p>
        </p:txBody>
      </p:sp>
      <p:cxnSp>
        <p:nvCxnSpPr>
          <p:cNvPr id="84" name="꺾인 연결선 83"/>
          <p:cNvCxnSpPr>
            <a:stCxn id="79" idx="1"/>
            <a:endCxn id="78" idx="2"/>
          </p:cNvCxnSpPr>
          <p:nvPr/>
        </p:nvCxnSpPr>
        <p:spPr>
          <a:xfrm rot="10800000">
            <a:off x="1957388" y="2832100"/>
            <a:ext cx="217487" cy="25876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81" idx="1"/>
            <a:endCxn id="79" idx="2"/>
          </p:cNvCxnSpPr>
          <p:nvPr/>
        </p:nvCxnSpPr>
        <p:spPr>
          <a:xfrm rot="10800000">
            <a:off x="2533650" y="3268663"/>
            <a:ext cx="217488" cy="26511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82" idx="1"/>
            <a:endCxn id="79" idx="2"/>
          </p:cNvCxnSpPr>
          <p:nvPr/>
        </p:nvCxnSpPr>
        <p:spPr>
          <a:xfrm rot="10800000">
            <a:off x="2533650" y="3268663"/>
            <a:ext cx="225425" cy="75882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stCxn id="83" idx="1"/>
            <a:endCxn id="82" idx="2"/>
          </p:cNvCxnSpPr>
          <p:nvPr/>
        </p:nvCxnSpPr>
        <p:spPr>
          <a:xfrm rot="10800000">
            <a:off x="3116263" y="4205288"/>
            <a:ext cx="207962" cy="27622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563" name="TextBox 14"/>
          <p:cNvSpPr txBox="1">
            <a:spLocks noChangeArrowheads="1"/>
          </p:cNvSpPr>
          <p:nvPr/>
        </p:nvSpPr>
        <p:spPr bwMode="auto">
          <a:xfrm>
            <a:off x="1497013" y="2143125"/>
            <a:ext cx="69659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하위 부품에 대한 바코드 정보가 상위 부품의 바코드 정보 뒤에 위치하게 하는 방법</a:t>
            </a:r>
          </a:p>
        </p:txBody>
      </p:sp>
      <p:sp>
        <p:nvSpPr>
          <p:cNvPr id="193564" name="TextBox 15"/>
          <p:cNvSpPr txBox="1">
            <a:spLocks noChangeArrowheads="1"/>
          </p:cNvSpPr>
          <p:nvPr/>
        </p:nvSpPr>
        <p:spPr bwMode="auto">
          <a:xfrm>
            <a:off x="3516313" y="3889375"/>
            <a:ext cx="50244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라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. S3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바코드 리딩 후 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S2 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부품 바코드 생성 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(S2+S3 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정보 포함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lang="ko-KR" altLang="en-US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93565" name="TextBox 16"/>
          <p:cNvSpPr txBox="1">
            <a:spLocks noChangeArrowheads="1"/>
          </p:cNvSpPr>
          <p:nvPr/>
        </p:nvSpPr>
        <p:spPr bwMode="auto">
          <a:xfrm>
            <a:off x="3516313" y="3395663"/>
            <a:ext cx="1716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다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. S2 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바코드 생성</a:t>
            </a:r>
          </a:p>
        </p:txBody>
      </p:sp>
      <p:sp>
        <p:nvSpPr>
          <p:cNvPr id="193566" name="TextBox 17"/>
          <p:cNvSpPr txBox="1">
            <a:spLocks noChangeArrowheads="1"/>
          </p:cNvSpPr>
          <p:nvPr/>
        </p:nvSpPr>
        <p:spPr bwMode="auto">
          <a:xfrm>
            <a:off x="2970213" y="2952750"/>
            <a:ext cx="42894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나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. S2 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바코드 리딩 후 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S1 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바코드 생성 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(S1+S2+S3 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정보 포함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lang="ko-KR" altLang="en-US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93567" name="TextBox 18"/>
          <p:cNvSpPr txBox="1">
            <a:spLocks noChangeArrowheads="1"/>
          </p:cNvSpPr>
          <p:nvPr/>
        </p:nvSpPr>
        <p:spPr bwMode="auto">
          <a:xfrm>
            <a:off x="2398713" y="2516188"/>
            <a:ext cx="5449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200" dirty="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가</a:t>
            </a:r>
            <a:r>
              <a:rPr lang="en-US" altLang="ko-KR" sz="1200" dirty="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. </a:t>
            </a:r>
            <a:r>
              <a:rPr lang="ko-KR" altLang="en-US" sz="1200" dirty="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직서열</a:t>
            </a:r>
            <a:r>
              <a:rPr lang="en-US" altLang="ko-KR" sz="1200" dirty="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200" dirty="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사내서열</a:t>
            </a:r>
            <a:r>
              <a:rPr lang="en-US" altLang="ko-KR" sz="1200" dirty="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200" dirty="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비서열에 따라 정보 전송처 상이함</a:t>
            </a:r>
          </a:p>
        </p:txBody>
      </p:sp>
      <p:sp>
        <p:nvSpPr>
          <p:cNvPr id="193568" name="TextBox 19"/>
          <p:cNvSpPr txBox="1">
            <a:spLocks noChangeArrowheads="1"/>
          </p:cNvSpPr>
          <p:nvPr/>
        </p:nvSpPr>
        <p:spPr bwMode="auto">
          <a:xfrm>
            <a:off x="1639888" y="4852988"/>
            <a:ext cx="69675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◆ 바코드 생성 예시 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첨부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참조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lang="ko-KR" altLang="en-US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273052" y="115894"/>
            <a:ext cx="7848300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fontAlgn="base" latinLnBrk="0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rgbClr val="3333CC"/>
              </a:buClr>
              <a:buSzPct val="75000"/>
              <a:buNone/>
            </a:pPr>
            <a:r>
              <a:rPr lang="ko-KR" altLang="en-US" sz="2400" dirty="0" smtClean="0">
                <a:solidFill>
                  <a:srgbClr val="00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첨부</a:t>
            </a:r>
            <a:r>
              <a:rPr lang="en-US" altLang="ko-KR" sz="2400" dirty="0" smtClean="0">
                <a:solidFill>
                  <a:srgbClr val="00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sz="2400" dirty="0">
                <a:solidFill>
                  <a:srgbClr val="00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바코드생성 표준안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현대하모니 M" pitchFamily="18" charset="-127"/>
                <a:ea typeface="현대하모니 M" pitchFamily="18" charset="-127"/>
              </a:rPr>
              <a:t>_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현대하모니 M" pitchFamily="18" charset="-127"/>
                <a:ea typeface="현대하모니 M" pitchFamily="18" charset="-127"/>
              </a:rPr>
              <a:t>하위부품 연계 바코드 생성 방안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0344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AutoShape 9"/>
          <p:cNvSpPr>
            <a:spLocks noChangeArrowheads="1"/>
          </p:cNvSpPr>
          <p:nvPr/>
        </p:nvSpPr>
        <p:spPr bwMode="auto">
          <a:xfrm>
            <a:off x="7113936" y="1484784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가</a:t>
            </a: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. M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  <a:endParaRPr kumimoji="1" lang="en-US" altLang="ko-KR" sz="1000" kern="0" dirty="0">
              <a:ln w="3175"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(ASSY)</a:t>
            </a:r>
            <a:endParaRPr kumimoji="1" lang="ko-KR" altLang="en-US" sz="1000" kern="0" dirty="0">
              <a:ln w="3175"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55" name="AutoShape 9"/>
          <p:cNvSpPr>
            <a:spLocks noChangeArrowheads="1"/>
          </p:cNvSpPr>
          <p:nvPr/>
        </p:nvSpPr>
        <p:spPr bwMode="auto">
          <a:xfrm>
            <a:off x="7689996" y="3248836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나</a:t>
            </a: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. S1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</a:p>
        </p:txBody>
      </p:sp>
      <p:sp>
        <p:nvSpPr>
          <p:cNvPr id="57" name="AutoShape 9"/>
          <p:cNvSpPr>
            <a:spLocks noChangeArrowheads="1"/>
          </p:cNvSpPr>
          <p:nvPr/>
        </p:nvSpPr>
        <p:spPr bwMode="auto">
          <a:xfrm>
            <a:off x="8266063" y="4626241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다</a:t>
            </a: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. S2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</a:p>
        </p:txBody>
      </p:sp>
      <p:sp>
        <p:nvSpPr>
          <p:cNvPr id="58" name="AutoShape 9"/>
          <p:cNvSpPr>
            <a:spLocks noChangeArrowheads="1"/>
          </p:cNvSpPr>
          <p:nvPr/>
        </p:nvSpPr>
        <p:spPr bwMode="auto">
          <a:xfrm>
            <a:off x="8273602" y="5049036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라</a:t>
            </a: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. S2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</a:p>
        </p:txBody>
      </p:sp>
      <p:sp>
        <p:nvSpPr>
          <p:cNvPr id="59" name="AutoShape 9"/>
          <p:cNvSpPr>
            <a:spLocks noChangeArrowheads="1"/>
          </p:cNvSpPr>
          <p:nvPr/>
        </p:nvSpPr>
        <p:spPr bwMode="auto">
          <a:xfrm>
            <a:off x="8838778" y="5661248"/>
            <a:ext cx="716733" cy="355618"/>
          </a:xfrm>
          <a:prstGeom prst="roundRect">
            <a:avLst>
              <a:gd name="adj" fmla="val 1272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lIns="18288" tIns="45719" rIns="18288" bIns="45719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마</a:t>
            </a:r>
            <a:r>
              <a:rPr kumimoji="1" lang="en-US" altLang="ko-KR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. S3 </a:t>
            </a:r>
            <a:r>
              <a:rPr kumimoji="1" lang="ko-KR" altLang="en-US" sz="1000" kern="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부품</a:t>
            </a:r>
          </a:p>
        </p:txBody>
      </p:sp>
      <p:cxnSp>
        <p:nvCxnSpPr>
          <p:cNvPr id="5" name="꺾인 연결선 4"/>
          <p:cNvCxnSpPr>
            <a:stCxn id="55" idx="1"/>
          </p:cNvCxnSpPr>
          <p:nvPr/>
        </p:nvCxnSpPr>
        <p:spPr>
          <a:xfrm rot="10800000">
            <a:off x="7472363" y="1912938"/>
            <a:ext cx="217487" cy="151447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62"/>
          <p:cNvCxnSpPr>
            <a:stCxn id="57" idx="1"/>
            <a:endCxn id="55" idx="2"/>
          </p:cNvCxnSpPr>
          <p:nvPr/>
        </p:nvCxnSpPr>
        <p:spPr>
          <a:xfrm rot="10800000">
            <a:off x="8048625" y="3605213"/>
            <a:ext cx="217488" cy="119856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8" idx="1"/>
            <a:endCxn id="55" idx="2"/>
          </p:cNvCxnSpPr>
          <p:nvPr/>
        </p:nvCxnSpPr>
        <p:spPr>
          <a:xfrm rot="10800000">
            <a:off x="8048625" y="3605213"/>
            <a:ext cx="225425" cy="162242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59" idx="1"/>
            <a:endCxn id="58" idx="2"/>
          </p:cNvCxnSpPr>
          <p:nvPr/>
        </p:nvCxnSpPr>
        <p:spPr>
          <a:xfrm rot="10800000">
            <a:off x="8631238" y="5405438"/>
            <a:ext cx="207962" cy="43338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379" name="Text Box 2"/>
          <p:cNvSpPr txBox="1">
            <a:spLocks noChangeArrowheads="1"/>
          </p:cNvSpPr>
          <p:nvPr/>
        </p:nvSpPr>
        <p:spPr bwMode="auto">
          <a:xfrm>
            <a:off x="273050" y="115888"/>
            <a:ext cx="73326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ko-KR" altLang="en-US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첨부</a:t>
            </a: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2.</a:t>
            </a:r>
            <a:r>
              <a:rPr lang="ko-KR" altLang="en-US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 부품 </a:t>
            </a:r>
            <a:r>
              <a:rPr lang="ko-KR" altLang="en-US" sz="2400" dirty="0" err="1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레벨별</a:t>
            </a:r>
            <a:r>
              <a:rPr lang="ko-KR" altLang="en-US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 바코드 생성 예시</a:t>
            </a:r>
          </a:p>
        </p:txBody>
      </p:sp>
      <p:sp>
        <p:nvSpPr>
          <p:cNvPr id="186380" name="TextBox 20"/>
          <p:cNvSpPr txBox="1">
            <a:spLocks noChangeArrowheads="1"/>
          </p:cNvSpPr>
          <p:nvPr/>
        </p:nvSpPr>
        <p:spPr bwMode="auto">
          <a:xfrm>
            <a:off x="282575" y="766763"/>
            <a:ext cx="8707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◆ 하위 부품에 대한 바코드 정보가 상위 부품의 바코드 정보 뒤에 위치하게 되는 구조 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(‘#’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사용을 통한 구분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lang="ko-KR" altLang="en-US" sz="14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6381" name="TextBox 27"/>
          <p:cNvSpPr txBox="1">
            <a:spLocks noChangeArrowheads="1"/>
          </p:cNvSpPr>
          <p:nvPr/>
        </p:nvSpPr>
        <p:spPr bwMode="auto">
          <a:xfrm>
            <a:off x="428625" y="1412875"/>
            <a:ext cx="7332663" cy="464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M (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가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: 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EEE1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5555555555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ALC5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smtClean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KETC0444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161105CCCCA123ABCD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endParaRPr lang="en-US" altLang="ko-KR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           #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 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DDD1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4444444444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ALC4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160820BBBBA1234567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endParaRPr lang="en-US" altLang="ko-KR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                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#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CCC2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3333333333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ALC3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150520S1B2A123123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C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123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                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#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BBB1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2222222222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ALC2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150520S1B2AQWE1245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           #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AAA3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1111111111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150520S1B2A0476217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endParaRPr lang="en-US" altLang="ko-KR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S1 (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나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: 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DDD1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4444444444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ALC4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160820BBBBA1234567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endParaRPr lang="en-US" altLang="ko-KR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                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#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CCC2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3333333333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ALC3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150520S1B2A123123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C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123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                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#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BBB1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2222222222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ALC2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150520S1B2AQWE1245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           #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AAA3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1111111111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150520S1B2A0476217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endParaRPr lang="en-US" altLang="ko-KR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S2 (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다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: 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CCC2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3333333333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ALC3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150520S1B2A123123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C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123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endParaRPr lang="en-US" altLang="ko-KR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S2 (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라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: 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BBB1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2222222222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ALC2</a:t>
            </a:r>
            <a:r>
              <a:rPr lang="en-US" altLang="ko-KR" sz="1000" b="1" baseline="30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3C8C93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150520S1B2AQWE1245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           #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AAA3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1111111111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150520S1B2A0476217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endParaRPr lang="en-US" altLang="ko-KR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S3 (</a:t>
            </a:r>
            <a:r>
              <a:rPr lang="ko-KR" altLang="en-US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마</a:t>
            </a:r>
            <a:r>
              <a:rPr lang="en-US" altLang="ko-KR" sz="12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: 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[)&gt;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06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-250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AAA3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1111111111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000" b="1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150520S1B2A0476217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G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000" b="1" baseline="30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E</a:t>
            </a:r>
            <a:r>
              <a:rPr lang="en-US" altLang="ko-KR" sz="1000" b="1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O</a:t>
            </a:r>
            <a:r>
              <a:rPr lang="en-US" altLang="ko-KR" sz="1000" b="1" baseline="-25000" smtClean="0">
                <a:solidFill>
                  <a:srgbClr val="009999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endParaRPr lang="ko-KR" altLang="en-US" sz="12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146175" y="3281363"/>
            <a:ext cx="4710113" cy="196850"/>
          </a:xfrm>
          <a:prstGeom prst="rect">
            <a:avLst/>
          </a:prstGeom>
          <a:solidFill>
            <a:schemeClr val="accent4">
              <a:alpha val="34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166813" y="4625975"/>
            <a:ext cx="4979987" cy="206375"/>
          </a:xfrm>
          <a:prstGeom prst="rect">
            <a:avLst/>
          </a:prstGeom>
          <a:solidFill>
            <a:srgbClr val="7030A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66813" y="5008563"/>
            <a:ext cx="4722812" cy="169862"/>
          </a:xfrm>
          <a:prstGeom prst="rect">
            <a:avLst/>
          </a:prstGeom>
          <a:solidFill>
            <a:srgbClr val="C0000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162050" y="5737225"/>
            <a:ext cx="4140200" cy="152400"/>
          </a:xfrm>
          <a:prstGeom prst="rect">
            <a:avLst/>
          </a:prstGeom>
          <a:solidFill>
            <a:srgbClr val="FFC00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186386" name="TextBox 46"/>
          <p:cNvSpPr txBox="1">
            <a:spLocks noChangeArrowheads="1"/>
          </p:cNvSpPr>
          <p:nvPr/>
        </p:nvSpPr>
        <p:spPr bwMode="auto">
          <a:xfrm>
            <a:off x="282575" y="1125538"/>
            <a:ext cx="696595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[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부품별 바코드 정보 예시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]</a:t>
            </a:r>
            <a:endParaRPr lang="ko-KR" altLang="en-US" sz="1400" smtClean="0">
              <a:solidFill>
                <a:srgbClr val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6387" name="TextBox 47"/>
          <p:cNvSpPr txBox="1">
            <a:spLocks noChangeArrowheads="1"/>
          </p:cNvSpPr>
          <p:nvPr/>
        </p:nvSpPr>
        <p:spPr bwMode="auto">
          <a:xfrm>
            <a:off x="282575" y="6237288"/>
            <a:ext cx="9507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※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바코드 용량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(SIZE)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: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하위 부품 바코드 최소화 운영 필요 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헤더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트레일러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업체코드</a:t>
            </a:r>
            <a:r>
              <a:rPr lang="en-US" altLang="ko-KR" sz="1400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V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품번</a:t>
            </a:r>
            <a:r>
              <a:rPr lang="en-US" altLang="ko-KR" sz="1400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P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추적정보</a:t>
            </a:r>
            <a:r>
              <a:rPr lang="en-US" altLang="ko-KR" sz="1400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                               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필요시 서열정보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en-US" altLang="ko-KR" sz="1400" smtClean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S</a:t>
            </a:r>
            <a:r>
              <a:rPr lang="en-US" altLang="ko-KR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) </a:t>
            </a:r>
            <a:r>
              <a:rPr lang="ko-KR" altLang="en-US" sz="1400" smtClean="0">
                <a:solidFill>
                  <a:srgbClr val="000000"/>
                </a:solidFill>
                <a:latin typeface="현대하모니 L" pitchFamily="18" charset="-127"/>
                <a:ea typeface="현대하모니 L" pitchFamily="18" charset="-127"/>
              </a:rPr>
              <a:t>추가 가능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162050" y="5370513"/>
            <a:ext cx="4140200" cy="152400"/>
          </a:xfrm>
          <a:prstGeom prst="rect">
            <a:avLst/>
          </a:prstGeom>
          <a:solidFill>
            <a:srgbClr val="FFC00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166813" y="3933825"/>
            <a:ext cx="4748212" cy="163513"/>
          </a:xfrm>
          <a:prstGeom prst="rect">
            <a:avLst/>
          </a:prstGeom>
          <a:solidFill>
            <a:srgbClr val="C0000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162050" y="4279900"/>
            <a:ext cx="4149725" cy="193675"/>
          </a:xfrm>
          <a:prstGeom prst="rect">
            <a:avLst/>
          </a:prstGeom>
          <a:solidFill>
            <a:srgbClr val="FFC00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166813" y="3605213"/>
            <a:ext cx="4979987" cy="204787"/>
          </a:xfrm>
          <a:prstGeom prst="rect">
            <a:avLst/>
          </a:prstGeom>
          <a:solidFill>
            <a:srgbClr val="7030A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146175" y="1931988"/>
            <a:ext cx="4768850" cy="192087"/>
          </a:xfrm>
          <a:prstGeom prst="rect">
            <a:avLst/>
          </a:prstGeom>
          <a:solidFill>
            <a:schemeClr val="accent4">
              <a:alpha val="34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166813" y="2276475"/>
            <a:ext cx="5038725" cy="198438"/>
          </a:xfrm>
          <a:prstGeom prst="rect">
            <a:avLst/>
          </a:prstGeom>
          <a:solidFill>
            <a:srgbClr val="7030A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166813" y="2587625"/>
            <a:ext cx="4748212" cy="165100"/>
          </a:xfrm>
          <a:prstGeom prst="rect">
            <a:avLst/>
          </a:prstGeom>
          <a:solidFill>
            <a:srgbClr val="C0000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162050" y="2924175"/>
            <a:ext cx="4149725" cy="193675"/>
          </a:xfrm>
          <a:prstGeom prst="rect">
            <a:avLst/>
          </a:prstGeom>
          <a:solidFill>
            <a:srgbClr val="FFC000">
              <a:alpha val="34000"/>
            </a:srgb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5183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2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CFF"/>
        </a:solidFill>
        <a:ln w="12700" cap="flat" cmpd="sng" algn="ctr">
          <a:solidFill>
            <a:sysClr val="window" lastClr="FFFFFF">
              <a:lumMod val="6500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anchor="ctr"/>
      <a:lstStyle>
        <a:defPPr algn="ctr" fontAlgn="auto" latinLnBrk="0">
          <a:spcBef>
            <a:spcPts val="600"/>
          </a:spcBef>
          <a:spcAft>
            <a:spcPts val="0"/>
          </a:spcAft>
          <a:defRPr kumimoji="0" kern="0" smtClean="0">
            <a:solidFill>
              <a:srgbClr val="000000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 cap="flat" cmpd="sng" algn="ctr">
          <a:solidFill>
            <a:schemeClr val="tx1">
              <a:lumMod val="50000"/>
              <a:lumOff val="50000"/>
            </a:schemeClr>
          </a:solidFill>
          <a:prstDash val="sysDash"/>
        </a:ln>
        <a:effectLst/>
      </a:spPr>
      <a:bodyPr rtlCol="0" anchor="ctr"/>
      <a:lstStyle>
        <a:defPPr algn="ctr">
          <a:defRPr/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3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 cap="flat" cmpd="sng" algn="ctr">
          <a:solidFill>
            <a:schemeClr val="tx1">
              <a:lumMod val="50000"/>
              <a:lumOff val="50000"/>
            </a:schemeClr>
          </a:solidFill>
          <a:prstDash val="sysDash"/>
        </a:ln>
        <a:effectLst/>
      </a:spPr>
      <a:bodyPr rtlCol="0" anchor="ctr"/>
      <a:lstStyle>
        <a:defPPr algn="ctr">
          <a:defRPr/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9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 cap="flat" cmpd="sng" algn="ctr">
          <a:solidFill>
            <a:schemeClr val="tx1">
              <a:lumMod val="50000"/>
              <a:lumOff val="50000"/>
            </a:schemeClr>
          </a:solidFill>
          <a:prstDash val="sysDash"/>
        </a:ln>
        <a:effectLst/>
      </a:spPr>
      <a:bodyPr rtlCol="0" anchor="ctr"/>
      <a:lstStyle>
        <a:defPPr algn="ctr">
          <a:defRPr/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8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CFF"/>
        </a:solidFill>
        <a:ln w="12700" cap="flat" cmpd="sng" algn="ctr">
          <a:solidFill>
            <a:sysClr val="window" lastClr="FFFFFF">
              <a:lumMod val="6500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anchor="ctr"/>
      <a:lstStyle>
        <a:defPPr algn="ctr" fontAlgn="auto" latinLnBrk="0">
          <a:spcBef>
            <a:spcPts val="600"/>
          </a:spcBef>
          <a:spcAft>
            <a:spcPts val="0"/>
          </a:spcAft>
          <a:defRPr kumimoji="0" kern="0" smtClean="0">
            <a:solidFill>
              <a:srgbClr val="000000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0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CFF"/>
        </a:solidFill>
        <a:ln w="12700" cap="flat" cmpd="sng" algn="ctr">
          <a:solidFill>
            <a:sysClr val="window" lastClr="FFFFFF">
              <a:lumMod val="6500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anchor="ctr"/>
      <a:lstStyle>
        <a:defPPr algn="ctr" fontAlgn="auto" latinLnBrk="0">
          <a:spcBef>
            <a:spcPts val="600"/>
          </a:spcBef>
          <a:spcAft>
            <a:spcPts val="0"/>
          </a:spcAft>
          <a:defRPr kumimoji="0" kern="0" smtClean="0">
            <a:solidFill>
              <a:srgbClr val="000000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4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/>
      </a:spPr>
      <a:bodyPr rtlCol="0" anchor="ctr"/>
      <a:lstStyle>
        <a:defPPr algn="ctr">
          <a:defRPr sz="1100" smtClean="0">
            <a:solidFill>
              <a:srgbClr val="0000FF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9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/>
      </a:spPr>
      <a:bodyPr rtlCol="0" anchor="ctr"/>
      <a:lstStyle>
        <a:defPPr algn="ctr">
          <a:defRPr sz="1100" err="1">
            <a:solidFill>
              <a:srgbClr val="0000FF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66FF"/>
        </a:solidFill>
        <a:ln w="6350" algn="ctr">
          <a:solidFill>
            <a:schemeClr val="bg1"/>
          </a:solidFill>
          <a:round/>
          <a:headEnd/>
          <a:tailEnd/>
        </a:ln>
      </a:spPr>
      <a:bodyPr/>
      <a:lstStyle>
        <a:defPPr algn="ctr" eaLnBrk="1" fontAlgn="base" hangingPunct="1">
          <a:spcBef>
            <a:spcPct val="0"/>
          </a:spcBef>
          <a:spcAft>
            <a:spcPct val="0"/>
          </a:spcAft>
          <a:buFontTx/>
          <a:buNone/>
          <a:defRPr sz="1600" smtClean="0">
            <a:solidFill>
              <a:srgbClr val="000000"/>
            </a:solidFill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21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CFF"/>
        </a:solidFill>
        <a:ln w="12700" cap="flat" cmpd="sng" algn="ctr">
          <a:solidFill>
            <a:sysClr val="window" lastClr="FFFFFF">
              <a:lumMod val="6500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anchor="ctr"/>
      <a:lstStyle>
        <a:defPPr algn="ctr" fontAlgn="auto" latinLnBrk="0">
          <a:spcBef>
            <a:spcPts val="600"/>
          </a:spcBef>
          <a:spcAft>
            <a:spcPts val="0"/>
          </a:spcAft>
          <a:defRPr kumimoji="0" kern="0" smtClean="0">
            <a:solidFill>
              <a:srgbClr val="000000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6_기본 디자인">
  <a:themeElements>
    <a:clrScheme name="3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noFill/>
          <a:prstDash val="solid"/>
        </a:ln>
        <a:effectLst/>
      </a:spPr>
      <a:bodyPr lIns="0" tIns="0" rIns="0" bIns="0" rtlCol="0" anchor="ctr"/>
      <a:lstStyle>
        <a:defPPr marL="171450" indent="-171450" latinLnBrk="0">
          <a:buFont typeface="Wingdings" panose="05000000000000000000" pitchFamily="2" charset="2"/>
          <a:buChar char="§"/>
          <a:defRPr sz="900" kern="0" dirty="0" smtClean="0">
            <a:solidFill>
              <a:schemeClr val="bg1">
                <a:lumMod val="50000"/>
              </a:schemeClr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29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/>
      </a:spPr>
      <a:bodyPr rtlCol="0" anchor="ctr"/>
      <a:lstStyle>
        <a:defPPr algn="ctr">
          <a:defRPr sz="1100" smtClean="0">
            <a:solidFill>
              <a:srgbClr val="0000FF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31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 cap="flat" cmpd="sng" algn="ctr">
          <a:solidFill>
            <a:schemeClr val="tx1">
              <a:lumMod val="50000"/>
              <a:lumOff val="50000"/>
            </a:schemeClr>
          </a:solidFill>
          <a:prstDash val="sysDash"/>
        </a:ln>
        <a:effectLst/>
      </a:spPr>
      <a:bodyPr rtlCol="0" anchor="ctr"/>
      <a:lstStyle>
        <a:defPPr algn="ctr">
          <a:defRPr/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1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 cap="flat" cmpd="sng" algn="ctr">
          <a:solidFill>
            <a:schemeClr val="tx1">
              <a:lumMod val="50000"/>
              <a:lumOff val="50000"/>
            </a:schemeClr>
          </a:solidFill>
          <a:prstDash val="sysDash"/>
        </a:ln>
        <a:effectLst/>
      </a:spPr>
      <a:bodyPr rtlCol="0" anchor="ctr"/>
      <a:lstStyle>
        <a:defPPr algn="ctr">
          <a:defRPr/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30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66FF"/>
        </a:solidFill>
        <a:ln w="6350" algn="ctr">
          <a:solidFill>
            <a:schemeClr val="bg1"/>
          </a:solidFill>
          <a:round/>
          <a:headEnd/>
          <a:tailEnd/>
        </a:ln>
      </a:spPr>
      <a:bodyPr/>
      <a:lstStyle>
        <a:defPPr algn="ctr" eaLnBrk="1" fontAlgn="base" hangingPunct="1">
          <a:spcBef>
            <a:spcPct val="0"/>
          </a:spcBef>
          <a:spcAft>
            <a:spcPct val="0"/>
          </a:spcAft>
          <a:buFontTx/>
          <a:buNone/>
          <a:defRPr sz="1600" smtClean="0">
            <a:solidFill>
              <a:srgbClr val="000000"/>
            </a:solidFill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22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 cap="flat" cmpd="sng" algn="ctr">
          <a:solidFill>
            <a:schemeClr val="tx1">
              <a:lumMod val="50000"/>
              <a:lumOff val="50000"/>
            </a:schemeClr>
          </a:solidFill>
          <a:prstDash val="sysDash"/>
        </a:ln>
        <a:effectLst/>
      </a:spPr>
      <a:bodyPr rtlCol="0" anchor="ctr"/>
      <a:lstStyle>
        <a:defPPr algn="ctr">
          <a:defRPr/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23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66FF"/>
        </a:solidFill>
        <a:ln w="6350" algn="ctr">
          <a:solidFill>
            <a:schemeClr val="bg1"/>
          </a:solidFill>
          <a:round/>
          <a:headEnd/>
          <a:tailEnd/>
        </a:ln>
      </a:spPr>
      <a:bodyPr/>
      <a:lstStyle>
        <a:defPPr algn="ctr" eaLnBrk="1" fontAlgn="base" hangingPunct="1">
          <a:spcBef>
            <a:spcPct val="0"/>
          </a:spcBef>
          <a:spcAft>
            <a:spcPct val="0"/>
          </a:spcAft>
          <a:buFontTx/>
          <a:buNone/>
          <a:defRPr sz="1600" smtClean="0">
            <a:solidFill>
              <a:srgbClr val="000000"/>
            </a:solidFill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24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66FF"/>
        </a:solidFill>
        <a:ln w="6350" algn="ctr">
          <a:solidFill>
            <a:schemeClr val="bg1"/>
          </a:solidFill>
          <a:round/>
          <a:headEnd/>
          <a:tailEnd/>
        </a:ln>
      </a:spPr>
      <a:bodyPr/>
      <a:lstStyle>
        <a:defPPr algn="ctr" eaLnBrk="1" fontAlgn="base" hangingPunct="1">
          <a:spcBef>
            <a:spcPct val="0"/>
          </a:spcBef>
          <a:spcAft>
            <a:spcPct val="0"/>
          </a:spcAft>
          <a:buFontTx/>
          <a:buNone/>
          <a:defRPr sz="1600" smtClean="0">
            <a:solidFill>
              <a:srgbClr val="000000"/>
            </a:solidFill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25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66FF"/>
        </a:solidFill>
        <a:ln w="6350" algn="ctr">
          <a:solidFill>
            <a:schemeClr val="bg1"/>
          </a:solidFill>
          <a:round/>
          <a:headEnd/>
          <a:tailEnd/>
        </a:ln>
      </a:spPr>
      <a:bodyPr/>
      <a:lstStyle>
        <a:defPPr algn="ctr" eaLnBrk="1" fontAlgn="base" hangingPunct="1">
          <a:spcBef>
            <a:spcPct val="0"/>
          </a:spcBef>
          <a:spcAft>
            <a:spcPct val="0"/>
          </a:spcAft>
          <a:buFontTx/>
          <a:buNone/>
          <a:defRPr sz="1600" smtClean="0">
            <a:solidFill>
              <a:srgbClr val="000000"/>
            </a:solidFill>
          </a:defRPr>
        </a:defPPr>
      </a:lstStyle>
    </a:sp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11240</TotalTime>
  <Words>600</Words>
  <Application>Microsoft Office PowerPoint</Application>
  <PresentationFormat>A4 용지(210x297mm)</PresentationFormat>
  <Paragraphs>106</Paragraphs>
  <Slides>3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33" baseType="lpstr">
      <vt:lpstr>HY헤드라인M</vt:lpstr>
      <vt:lpstr>굴림</vt:lpstr>
      <vt:lpstr>맑은 고딕</vt:lpstr>
      <vt:lpstr>현대하모니 B</vt:lpstr>
      <vt:lpstr>현대하모니 L</vt:lpstr>
      <vt:lpstr>현대하모니 M</vt:lpstr>
      <vt:lpstr>Arial</vt:lpstr>
      <vt:lpstr>Wingdings</vt:lpstr>
      <vt:lpstr>12_기본 디자인</vt:lpstr>
      <vt:lpstr>17_기본 디자인</vt:lpstr>
      <vt:lpstr>8_기본 디자인</vt:lpstr>
      <vt:lpstr>13_기본 디자인</vt:lpstr>
      <vt:lpstr>9_기본 디자인</vt:lpstr>
      <vt:lpstr>18_기본 디자인</vt:lpstr>
      <vt:lpstr>20_기본 디자인</vt:lpstr>
      <vt:lpstr>14_기본 디자인</vt:lpstr>
      <vt:lpstr>19_기본 디자인</vt:lpstr>
      <vt:lpstr>5_기본 디자인</vt:lpstr>
      <vt:lpstr>10_기본 디자인</vt:lpstr>
      <vt:lpstr>21_기본 디자인</vt:lpstr>
      <vt:lpstr>16_기본 디자인</vt:lpstr>
      <vt:lpstr>29_기본 디자인</vt:lpstr>
      <vt:lpstr>31_기본 디자인</vt:lpstr>
      <vt:lpstr>11_기본 디자인</vt:lpstr>
      <vt:lpstr>30_기본 디자인</vt:lpstr>
      <vt:lpstr>22_기본 디자인</vt:lpstr>
      <vt:lpstr>23_기본 디자인</vt:lpstr>
      <vt:lpstr>24_기본 디자인</vt:lpstr>
      <vt:lpstr>25_기본 디자인</vt:lpstr>
      <vt:lpstr>프레젠테이션</vt:lpstr>
      <vt:lpstr>PowerPoint 프레젠테이션</vt:lpstr>
      <vt:lpstr>PowerPoint 프레젠테이션</vt:lpstr>
      <vt:lpstr>PowerPoint 프레젠테이션</vt:lpstr>
    </vt:vector>
  </TitlesOfParts>
  <Company>MyCompany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양윤호</dc:creator>
  <cp:lastModifiedBy>윤슬기</cp:lastModifiedBy>
  <cp:revision>404</cp:revision>
  <cp:lastPrinted>2017-03-27T06:16:59Z</cp:lastPrinted>
  <dcterms:created xsi:type="dcterms:W3CDTF">2015-12-31T00:45:55Z</dcterms:created>
  <dcterms:modified xsi:type="dcterms:W3CDTF">2021-03-03T01:30:53Z</dcterms:modified>
</cp:coreProperties>
</file>
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6858000" type="screen4x3"/>
  <p:notesSz cx="6797675" cy="9874250"/>
  <p:defaultTextStyle>
    <a:defPPr>
      <a:defRPr lang="ko-KR"/>
    </a:defPPr>
    <a:lvl1pPr algn="l" defTabSz="957263" rtl="0" eaLnBrk="0" fontAlgn="base" hangingPunct="0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77838" indent="-57150" algn="l" defTabSz="957263" rtl="0" eaLnBrk="0" fontAlgn="base" hangingPunct="0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57263" indent="-117475" algn="l" defTabSz="957263" rtl="0" eaLnBrk="0" fontAlgn="base" hangingPunct="0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435100" indent="-176213" algn="l" defTabSz="957263" rtl="0" eaLnBrk="0" fontAlgn="base" hangingPunct="0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914525" indent="-234950" algn="l" defTabSz="957263" rtl="0" eaLnBrk="0" fontAlgn="base" hangingPunct="0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1900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1900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1900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1900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572">
          <p15:clr>
            <a:srgbClr val="A4A3A4"/>
          </p15:clr>
        </p15:guide>
        <p15:guide id="2" pos="159">
          <p15:clr>
            <a:srgbClr val="A4A3A4"/>
          </p15:clr>
        </p15:guide>
        <p15:guide id="3" pos="2880">
          <p15:clr>
            <a:srgbClr val="A4A3A4"/>
          </p15:clr>
        </p15:guide>
        <p15:guide id="4" pos="56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0000"/>
    <a:srgbClr val="FF0000"/>
    <a:srgbClr val="0000FF"/>
    <a:srgbClr val="B3B7B6"/>
    <a:srgbClr val="EE0000"/>
    <a:srgbClr val="CC0000"/>
    <a:srgbClr val="003B83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11" autoAdjust="0"/>
    <p:restoredTop sz="96982" autoAdjust="0"/>
  </p:normalViewPr>
  <p:slideViewPr>
    <p:cSldViewPr>
      <p:cViewPr varScale="1">
        <p:scale>
          <a:sx n="103" d="100"/>
          <a:sy n="103" d="100"/>
        </p:scale>
        <p:origin x="-1248" y="-84"/>
      </p:cViewPr>
      <p:guideLst>
        <p:guide orient="horz" pos="572"/>
        <p:guide pos="159"/>
        <p:guide pos="2880"/>
        <p:guide pos="56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3438" y="102"/>
      </p:cViewPr>
      <p:guideLst>
        <p:guide orient="horz" pos="3110"/>
        <p:guide pos="2141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F198C2A-DC9F-4F66-85C8-C963BFD85FD9}" type="datetimeFigureOut">
              <a:rPr lang="ko-KR" altLang="en-US"/>
              <a:pPr>
                <a:defRPr/>
              </a:pPr>
              <a:t>2021-01-26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A54816F-661D-4EF6-A5D9-7BAE39815377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1443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l" defTabSz="957776" eaLnBrk="1" latinLnBrk="1" hangingPunct="1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r" defTabSz="957776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96153AF-48CA-4294-A429-6F5CF43A6862}" type="datetimeFigureOut">
              <a:rPr lang="ko-KR" altLang="en-US"/>
              <a:pPr>
                <a:defRPr/>
              </a:pPr>
              <a:t>2021-01-26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2" rIns="91422" bIns="45712" rtlCol="0" anchor="ctr"/>
          <a:lstStyle/>
          <a:p>
            <a:pPr lvl="0"/>
            <a:endParaRPr lang="ko-KR" altLang="en-US" noProof="0" dirty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22" tIns="45712" rIns="91422" bIns="45712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22" tIns="45712" rIns="91422" bIns="45712" rtlCol="0" anchor="b"/>
          <a:lstStyle>
            <a:lvl1pPr algn="l" defTabSz="957776" eaLnBrk="1" latinLnBrk="1" hangingPunct="1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22" tIns="45712" rIns="91422" bIns="45712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E8864B7-BF9F-4C90-BCB7-A38EF6F4D10E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2616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19100"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38200"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58888"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77988"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99234" algn="l" defTabSz="839694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19081" algn="l" defTabSz="839694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38927" algn="l" defTabSz="839694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358774" algn="l" defTabSz="839694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4133850" y="6516688"/>
            <a:ext cx="876300" cy="173037"/>
          </a:xfr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pPr>
              <a:defRPr/>
            </a:pPr>
            <a:fld id="{65D181FE-E375-47F4-83F2-6FA42CA31DE9}" type="slidenum">
              <a:rPr lang="ko-KR" altLang="de-DE"/>
              <a:pPr>
                <a:defRPr/>
              </a:pPr>
              <a:t>‹#›</a:t>
            </a:fld>
            <a:endParaRPr lang="de-DE" altLang="ko-KR" dirty="0"/>
          </a:p>
        </p:txBody>
      </p:sp>
    </p:spTree>
    <p:extLst>
      <p:ext uri="{BB962C8B-B14F-4D97-AF65-F5344CB8AC3E}">
        <p14:creationId xmlns:p14="http://schemas.microsoft.com/office/powerpoint/2010/main" val="282608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AEFE2-328D-43FF-AE5E-27F3499B2D9D}" type="slidenum">
              <a:rPr lang="ko-KR" altLang="de-DE"/>
              <a:pPr>
                <a:defRPr/>
              </a:pPr>
              <a:t>‹#›</a:t>
            </a:fld>
            <a:endParaRPr lang="de-DE" altLang="ko-KR" dirty="0"/>
          </a:p>
        </p:txBody>
      </p:sp>
    </p:spTree>
    <p:extLst>
      <p:ext uri="{BB962C8B-B14F-4D97-AF65-F5344CB8AC3E}">
        <p14:creationId xmlns:p14="http://schemas.microsoft.com/office/powerpoint/2010/main" val="97035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/>
          <p:cNvSpPr txBox="1">
            <a:spLocks noChangeArrowheads="1"/>
          </p:cNvSpPr>
          <p:nvPr userDrawn="1"/>
        </p:nvSpPr>
        <p:spPr bwMode="auto">
          <a:xfrm>
            <a:off x="161925" y="261938"/>
            <a:ext cx="7499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▣ DL3(a)  </a:t>
            </a:r>
            <a:r>
              <a:rPr lang="ko-KR" altLang="en-US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쿠션 와이어링 화스너 클립 높이 축소 검토</a:t>
            </a:r>
          </a:p>
        </p:txBody>
      </p:sp>
      <p:sp>
        <p:nvSpPr>
          <p:cNvPr id="3" name="TextBox 14"/>
          <p:cNvSpPr txBox="1">
            <a:spLocks noChangeArrowheads="1"/>
          </p:cNvSpPr>
          <p:nvPr userDrawn="1"/>
        </p:nvSpPr>
        <p:spPr bwMode="auto">
          <a:xfrm>
            <a:off x="7370763" y="406400"/>
            <a:ext cx="15827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10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2019.03.13</a:t>
            </a:r>
            <a:endParaRPr lang="ko-KR" altLang="en-US" sz="10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250825" y="733425"/>
            <a:ext cx="698500" cy="4318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문제점</a:t>
            </a:r>
          </a:p>
        </p:txBody>
      </p:sp>
      <p:sp>
        <p:nvSpPr>
          <p:cNvPr id="5" name="직사각형 4"/>
          <p:cNvSpPr/>
          <p:nvPr userDrawn="1"/>
        </p:nvSpPr>
        <p:spPr>
          <a:xfrm>
            <a:off x="1068388" y="733425"/>
            <a:ext cx="7824787" cy="4318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13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쿠션 메인 와이어링 화스너 클립 높</a:t>
            </a:r>
            <a:r>
              <a:rPr lang="en-US" altLang="ko-KR" sz="13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N</a:t>
            </a:r>
            <a:r>
              <a:rPr lang="ko-KR" altLang="en-US" sz="13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 과다로 쿠션 패드와 오버랩 과다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250825" y="1244600"/>
            <a:ext cx="698500" cy="4487863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이미지</a:t>
            </a:r>
            <a:endParaRPr lang="en-US" altLang="ko-KR" sz="13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1068388" y="1244600"/>
            <a:ext cx="7824787" cy="4487863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ko-KR" altLang="en-US" sz="13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250825" y="5813425"/>
            <a:ext cx="698500" cy="4318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요청</a:t>
            </a:r>
            <a:endParaRPr lang="en-US" altLang="ko-KR" sz="13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>
              <a:defRPr/>
            </a:pPr>
            <a:r>
              <a:rPr lang="ko-KR" altLang="en-US" sz="13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사항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1068388" y="5813425"/>
            <a:ext cx="7824787" cy="4318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13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화스너 클립 높이 최소화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4133850" y="6516688"/>
            <a:ext cx="876300" cy="173037"/>
          </a:xfr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pPr>
              <a:defRPr/>
            </a:pPr>
            <a:fld id="{1305DE5F-64E0-425F-A14F-F7B2D5E91693}" type="slidenum">
              <a:rPr lang="ko-KR" altLang="de-DE"/>
              <a:pPr>
                <a:defRPr/>
              </a:pPr>
              <a:t>‹#›</a:t>
            </a:fld>
            <a:endParaRPr lang="de-DE" altLang="ko-KR" dirty="0"/>
          </a:p>
        </p:txBody>
      </p:sp>
    </p:spTree>
    <p:extLst>
      <p:ext uri="{BB962C8B-B14F-4D97-AF65-F5344CB8AC3E}">
        <p14:creationId xmlns:p14="http://schemas.microsoft.com/office/powerpoint/2010/main" val="1707459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4813" y="-7938"/>
            <a:ext cx="6445250" cy="647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720725"/>
            <a:ext cx="8326438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 smtClean="0"/>
              <a:t>Textmasterformate durch Klicken bearbeiten</a:t>
            </a:r>
          </a:p>
          <a:p>
            <a:pPr lvl="1"/>
            <a:r>
              <a:rPr lang="de-DE" altLang="ko-KR" smtClean="0"/>
              <a:t>Zweite Ebene</a:t>
            </a:r>
          </a:p>
          <a:p>
            <a:pPr lvl="2"/>
            <a:r>
              <a:rPr lang="de-DE" altLang="ko-KR" smtClean="0"/>
              <a:t>Dritte Ebene</a:t>
            </a:r>
          </a:p>
          <a:p>
            <a:pPr lvl="3"/>
            <a:r>
              <a:rPr lang="de-DE" altLang="ko-KR" smtClean="0"/>
              <a:t>Vierte Ebene</a:t>
            </a:r>
          </a:p>
          <a:p>
            <a:pPr lvl="4"/>
            <a:r>
              <a:rPr lang="de-DE" altLang="ko-KR" smtClean="0"/>
              <a:t>Fünfte Ebene</a:t>
            </a:r>
          </a:p>
        </p:txBody>
      </p:sp>
      <p:sp>
        <p:nvSpPr>
          <p:cNvPr id="10" name="Line 13"/>
          <p:cNvSpPr>
            <a:spLocks noChangeShapeType="1"/>
          </p:cNvSpPr>
          <p:nvPr userDrawn="1"/>
        </p:nvSpPr>
        <p:spPr bwMode="auto">
          <a:xfrm flipV="1">
            <a:off x="250825" y="639763"/>
            <a:ext cx="8642350" cy="2857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0" lang="en-US" sz="1754" dirty="0">
              <a:latin typeface="Arial" pitchFamily="34" charset="0"/>
              <a:ea typeface="+mn-ea"/>
            </a:endParaRPr>
          </a:p>
        </p:txBody>
      </p:sp>
      <p:pic>
        <p:nvPicPr>
          <p:cNvPr id="1029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413" y="6462713"/>
            <a:ext cx="14462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그림 11"/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9" t="12167" b="70615"/>
          <a:stretch>
            <a:fillRect/>
          </a:stretch>
        </p:blipFill>
        <p:spPr bwMode="auto">
          <a:xfrm>
            <a:off x="250825" y="6459538"/>
            <a:ext cx="12763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4133850" y="6581775"/>
            <a:ext cx="876300" cy="173038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pPr>
              <a:defRPr/>
            </a:pPr>
            <a:fld id="{6281D159-22D2-4CFC-9B6E-0547E2D77055}" type="slidenum">
              <a:rPr lang="ko-KR" altLang="de-DE"/>
              <a:pPr>
                <a:defRPr/>
              </a:pPr>
              <a:t>‹#›</a:t>
            </a:fld>
            <a:endParaRPr lang="de-DE" altLang="ko-KR" dirty="0"/>
          </a:p>
        </p:txBody>
      </p:sp>
      <p:sp>
        <p:nvSpPr>
          <p:cNvPr id="14" name="Line 13"/>
          <p:cNvSpPr>
            <a:spLocks noChangeShapeType="1"/>
          </p:cNvSpPr>
          <p:nvPr userDrawn="1"/>
        </p:nvSpPr>
        <p:spPr bwMode="auto">
          <a:xfrm flipV="1">
            <a:off x="250825" y="6394450"/>
            <a:ext cx="8642350" cy="2857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0" lang="en-US" sz="1754" dirty="0">
              <a:latin typeface="Arial" pitchFamily="34" charset="0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4" r:id="rId2"/>
    <p:sldLayoutId id="2147484096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882650" rtl="0" eaLnBrk="0" fontAlgn="base" latinLnBrk="1" hangingPunct="0">
        <a:spcBef>
          <a:spcPct val="0"/>
        </a:spcBef>
        <a:spcAft>
          <a:spcPct val="0"/>
        </a:spcAft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882650" rtl="0" eaLnBrk="0" fontAlgn="base" latinLnBrk="1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882650" rtl="0" eaLnBrk="0" fontAlgn="base" latinLnBrk="1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882650" rtl="0" eaLnBrk="0" fontAlgn="base" latinLnBrk="1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882650" rtl="0" eaLnBrk="0" fontAlgn="base" latinLnBrk="1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387561" algn="ctr" defTabSz="884123" rtl="0" fontAlgn="base" latinLnBrk="1">
        <a:spcBef>
          <a:spcPct val="0"/>
        </a:spcBef>
        <a:spcAft>
          <a:spcPct val="0"/>
        </a:spcAft>
        <a:defRPr sz="4246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775122" algn="ctr" defTabSz="884123" rtl="0" fontAlgn="base" latinLnBrk="1">
        <a:spcBef>
          <a:spcPct val="0"/>
        </a:spcBef>
        <a:spcAft>
          <a:spcPct val="0"/>
        </a:spcAft>
        <a:defRPr sz="4246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162681" algn="ctr" defTabSz="884123" rtl="0" fontAlgn="base" latinLnBrk="1">
        <a:spcBef>
          <a:spcPct val="0"/>
        </a:spcBef>
        <a:spcAft>
          <a:spcPct val="0"/>
        </a:spcAft>
        <a:defRPr sz="4246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550242" algn="ctr" defTabSz="884123" rtl="0" fontAlgn="base" latinLnBrk="1">
        <a:spcBef>
          <a:spcPct val="0"/>
        </a:spcBef>
        <a:spcAft>
          <a:spcPct val="0"/>
        </a:spcAft>
        <a:defRPr sz="4246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28613" indent="-328613" algn="l" defTabSz="8826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15963" indent="-274638" algn="l" defTabSz="8826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3313" indent="-219075" algn="l" defTabSz="8826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44638" indent="-219075" algn="l" defTabSz="8826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87550" indent="-219075" algn="l" defTabSz="88265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31496" indent="-221046" algn="l" defTabSz="884180" rtl="0" eaLnBrk="1" latinLnBrk="1" hangingPunct="1">
        <a:spcBef>
          <a:spcPct val="20000"/>
        </a:spcBef>
        <a:buFont typeface="Arial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6pPr>
      <a:lvl7pPr marL="2873587" indent="-221046" algn="l" defTabSz="884180" rtl="0" eaLnBrk="1" latinLnBrk="1" hangingPunct="1">
        <a:spcBef>
          <a:spcPct val="20000"/>
        </a:spcBef>
        <a:buFont typeface="Arial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7pPr>
      <a:lvl8pPr marL="3315677" indent="-221046" algn="l" defTabSz="884180" rtl="0" eaLnBrk="1" latinLnBrk="1" hangingPunct="1">
        <a:spcBef>
          <a:spcPct val="20000"/>
        </a:spcBef>
        <a:buFont typeface="Arial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8pPr>
      <a:lvl9pPr marL="3757767" indent="-221046" algn="l" defTabSz="884180" rtl="0" eaLnBrk="1" latinLnBrk="1" hangingPunct="1">
        <a:spcBef>
          <a:spcPct val="20000"/>
        </a:spcBef>
        <a:buFont typeface="Arial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4180" rtl="0" eaLnBrk="1" latinLnBrk="1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2090" algn="l" defTabSz="884180" rtl="0" eaLnBrk="1" latinLnBrk="1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84180" algn="l" defTabSz="884180" rtl="0" eaLnBrk="1" latinLnBrk="1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26270" algn="l" defTabSz="884180" rtl="0" eaLnBrk="1" latinLnBrk="1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68361" algn="l" defTabSz="884180" rtl="0" eaLnBrk="1" latinLnBrk="1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10452" algn="l" defTabSz="884180" rtl="0" eaLnBrk="1" latinLnBrk="1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52542" algn="l" defTabSz="884180" rtl="0" eaLnBrk="1" latinLnBrk="1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094632" algn="l" defTabSz="884180" rtl="0" eaLnBrk="1" latinLnBrk="1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36722" algn="l" defTabSz="884180" rtl="0" eaLnBrk="1" latinLnBrk="1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tmp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tmp"/><Relationship Id="rId5" Type="http://schemas.openxmlformats.org/officeDocument/2006/relationships/image" Target="../media/image11.tmp"/><Relationship Id="rId4" Type="http://schemas.openxmlformats.org/officeDocument/2006/relationships/image" Target="../media/image10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3"/>
          <p:cNvSpPr txBox="1">
            <a:spLocks noChangeArrowheads="1"/>
          </p:cNvSpPr>
          <p:nvPr/>
        </p:nvSpPr>
        <p:spPr bwMode="auto">
          <a:xfrm>
            <a:off x="163513" y="266700"/>
            <a:ext cx="7499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2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▣ </a:t>
            </a:r>
            <a:r>
              <a:rPr lang="en-US" altLang="ko-KR" sz="20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RS4 FRT LH BACK </a:t>
            </a:r>
            <a:r>
              <a:rPr lang="ko-KR" altLang="en-US" sz="20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회로도</a:t>
            </a:r>
            <a:endParaRPr lang="ko-KR" altLang="en-US" sz="20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2" name="그림 1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" y="728700"/>
            <a:ext cx="4735846" cy="1300853"/>
          </a:xfrm>
          <a:prstGeom prst="rect">
            <a:avLst/>
          </a:prstGeom>
        </p:spPr>
      </p:pic>
      <p:pic>
        <p:nvPicPr>
          <p:cNvPr id="3" name="그림 2" descr="화면 캡처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035" y="728700"/>
            <a:ext cx="4163357" cy="2737772"/>
          </a:xfrm>
          <a:prstGeom prst="rect">
            <a:avLst/>
          </a:prstGeom>
        </p:spPr>
      </p:pic>
      <p:pic>
        <p:nvPicPr>
          <p:cNvPr id="4" name="그림 3" descr="화면 캡처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96" y="3429000"/>
            <a:ext cx="4442596" cy="1890210"/>
          </a:xfrm>
          <a:prstGeom prst="rect">
            <a:avLst/>
          </a:prstGeom>
        </p:spPr>
      </p:pic>
      <p:pic>
        <p:nvPicPr>
          <p:cNvPr id="5" name="그림 4" descr="화면 캡처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33" y="1955633"/>
            <a:ext cx="3560060" cy="3021677"/>
          </a:xfrm>
          <a:prstGeom prst="rect">
            <a:avLst/>
          </a:prstGeom>
        </p:spPr>
      </p:pic>
      <p:pic>
        <p:nvPicPr>
          <p:cNvPr id="6" name="그림 5" descr="화면 캡처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30" y="4509120"/>
            <a:ext cx="4095455" cy="1794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3"/>
          <p:cNvSpPr txBox="1">
            <a:spLocks noChangeArrowheads="1"/>
          </p:cNvSpPr>
          <p:nvPr/>
        </p:nvSpPr>
        <p:spPr bwMode="auto">
          <a:xfrm>
            <a:off x="163513" y="266700"/>
            <a:ext cx="7499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2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▣ </a:t>
            </a:r>
            <a:r>
              <a:rPr lang="en-US" altLang="ko-KR" sz="20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RS4 FRT RH BACK </a:t>
            </a:r>
            <a:r>
              <a:rPr lang="ko-KR" altLang="en-US" sz="20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회로도</a:t>
            </a:r>
            <a:endParaRPr lang="ko-KR" altLang="en-US" sz="20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7" name="그림 6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4" y="863715"/>
            <a:ext cx="4467006" cy="1237923"/>
          </a:xfrm>
          <a:prstGeom prst="rect">
            <a:avLst/>
          </a:prstGeom>
        </p:spPr>
      </p:pic>
      <p:pic>
        <p:nvPicPr>
          <p:cNvPr id="8" name="그림 7" descr="화면 캡처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449" y="766941"/>
            <a:ext cx="4304380" cy="2887084"/>
          </a:xfrm>
          <a:prstGeom prst="rect">
            <a:avLst/>
          </a:prstGeom>
        </p:spPr>
      </p:pic>
      <p:pic>
        <p:nvPicPr>
          <p:cNvPr id="9" name="그림 8" descr="화면 캡처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962" y="3754216"/>
            <a:ext cx="4862634" cy="2070230"/>
          </a:xfrm>
          <a:prstGeom prst="rect">
            <a:avLst/>
          </a:prstGeom>
        </p:spPr>
      </p:pic>
      <p:pic>
        <p:nvPicPr>
          <p:cNvPr id="10" name="그림 9" descr="화면 캡처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11" y="2272502"/>
            <a:ext cx="3499777" cy="2787788"/>
          </a:xfrm>
          <a:prstGeom prst="rect">
            <a:avLst/>
          </a:prstGeom>
        </p:spPr>
      </p:pic>
      <p:pic>
        <p:nvPicPr>
          <p:cNvPr id="11" name="그림 10" descr="화면 캡처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13" y="4860002"/>
            <a:ext cx="3339897" cy="14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0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08338F"/>
      </a:dk2>
      <a:lt2>
        <a:srgbClr val="878785"/>
      </a:lt2>
      <a:accent1>
        <a:srgbClr val="7DBA00"/>
      </a:accent1>
      <a:accent2>
        <a:srgbClr val="00B8E0"/>
      </a:accent2>
      <a:accent3>
        <a:srgbClr val="FFFFFF"/>
      </a:accent3>
      <a:accent4>
        <a:srgbClr val="000000"/>
      </a:accent4>
      <a:accent5>
        <a:srgbClr val="BFD9AA"/>
      </a:accent5>
      <a:accent6>
        <a:srgbClr val="00A6CB"/>
      </a:accent6>
      <a:hlink>
        <a:srgbClr val="DE3B21"/>
      </a:hlink>
      <a:folHlink>
        <a:srgbClr val="F7B51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 w="3175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 err="1" smtClean="0">
            <a:solidFill>
              <a:schemeClr val="tx1"/>
            </a:solidFill>
            <a:latin typeface="현대하모니 L" panose="02020603020101020101" pitchFamily="18" charset="-127"/>
            <a:ea typeface="현대하모니 L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000" dirty="0" err="1" smtClean="0">
            <a:latin typeface="현대하모니 L" panose="02020603020101020101" pitchFamily="18" charset="-127"/>
            <a:ea typeface="현대하모니 L" panose="02020603020101020101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12650</TotalTime>
  <Words>12</Words>
  <Application>Microsoft Office PowerPoint</Application>
  <PresentationFormat>화면 슬라이드 쇼(4:3)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Junsick</dc:creator>
  <cp:lastModifiedBy>JangHyunTae</cp:lastModifiedBy>
  <cp:revision>867</cp:revision>
  <cp:lastPrinted>2012-07-06T09:17:50Z</cp:lastPrinted>
  <dcterms:created xsi:type="dcterms:W3CDTF">2012-06-03T16:57:30Z</dcterms:created>
  <dcterms:modified xsi:type="dcterms:W3CDTF">2021-01-26T00:02:28Z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000800d6010300000000010251600207e7000400038000</vt:lpwstr>
  </property>
</Properties>
</file>
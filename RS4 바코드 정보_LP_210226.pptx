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88" r:id="rId2"/>
    <p:sldId id="289" r:id="rId3"/>
    <p:sldId id="290" r:id="rId4"/>
    <p:sldId id="291" r:id="rId5"/>
    <p:sldId id="292" r:id="rId6"/>
    <p:sldId id="293" r:id="rId7"/>
    <p:sldId id="29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  <a:srgbClr val="011831"/>
    <a:srgbClr val="02B0F1"/>
    <a:srgbClr val="00A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64" autoAdjust="0"/>
    <p:restoredTop sz="94668"/>
  </p:normalViewPr>
  <p:slideViewPr>
    <p:cSldViewPr snapToGrid="0" snapToObjects="1">
      <p:cViewPr>
        <p:scale>
          <a:sx n="75" d="100"/>
          <a:sy n="75" d="100"/>
        </p:scale>
        <p:origin x="660" y="-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C18CD-70E8-B34E-AB31-85DBBB9F3E41}" type="datetimeFigureOut">
              <a:rPr lang="en-US" smtClean="0"/>
              <a:t>2/26/2021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148A9-1741-F04A-A043-9B3519AD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5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17313" y="5820030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2217" y="5316951"/>
            <a:ext cx="2286000" cy="609600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2848243" y="5108830"/>
            <a:ext cx="0" cy="11109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3017313" y="3381688"/>
            <a:ext cx="9144000" cy="238760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57423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0"/>
            <a:ext cx="12192000" cy="10716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0945"/>
            <a:ext cx="10515600" cy="4966018"/>
          </a:xfrm>
        </p:spPr>
        <p:txBody>
          <a:bodyPr>
            <a:normAutofit/>
          </a:bodyPr>
          <a:lstStyle>
            <a:lvl1pPr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defRPr>
            </a:lvl1pPr>
            <a:lvl2pPr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defRPr>
            </a:lvl2pPr>
            <a:lvl3pPr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defRPr>
            </a:lvl3pPr>
            <a:lvl4pPr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defRPr>
            </a:lvl4pPr>
            <a:lvl5pPr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504950" cy="365125"/>
          </a:xfrm>
        </p:spPr>
        <p:txBody>
          <a:bodyPr/>
          <a:lstStyle/>
          <a:p>
            <a:fld id="{5A47F800-1F86-DD44-8B6A-20765179CB0C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580" y="6299913"/>
            <a:ext cx="1580854" cy="421561"/>
          </a:xfrm>
          <a:prstGeom prst="rect">
            <a:avLst/>
          </a:prstGeom>
        </p:spPr>
      </p:pic>
      <p:cxnSp>
        <p:nvCxnSpPr>
          <p:cNvPr id="16" name="Straight Connector 15"/>
          <p:cNvCxnSpPr/>
          <p:nvPr userDrawn="1"/>
        </p:nvCxnSpPr>
        <p:spPr>
          <a:xfrm>
            <a:off x="-11575" y="1064005"/>
            <a:ext cx="12203575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8701" y="-1"/>
            <a:ext cx="5373300" cy="1055159"/>
          </a:xfrm>
          <a:prstGeom prst="rect">
            <a:avLst/>
          </a:prstGeom>
        </p:spPr>
      </p:pic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832412" y="175212"/>
            <a:ext cx="10515600" cy="480695"/>
          </a:xfrm>
        </p:spPr>
        <p:txBody>
          <a:bodyPr>
            <a:noAutofit/>
          </a:bodyPr>
          <a:lstStyle>
            <a:lvl1pPr>
              <a:defRPr sz="3200" b="1" i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831850" y="655638"/>
            <a:ext cx="10515600" cy="4159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889373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800-1F86-DD44-8B6A-20765179CB0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589440" y="1489547"/>
            <a:ext cx="1" cy="436023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829319" y="2214636"/>
            <a:ext cx="299891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829319" y="3285810"/>
            <a:ext cx="299891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29319" y="4356984"/>
            <a:ext cx="299891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829319" y="5506732"/>
            <a:ext cx="299891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 userDrawn="1"/>
        </p:nvSpPr>
        <p:spPr>
          <a:xfrm>
            <a:off x="0" y="0"/>
            <a:ext cx="12192000" cy="10716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 userDrawn="1"/>
        </p:nvCxnSpPr>
        <p:spPr>
          <a:xfrm>
            <a:off x="-11575" y="1064005"/>
            <a:ext cx="12203575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8701" y="-1"/>
            <a:ext cx="5373300" cy="1055159"/>
          </a:xfrm>
          <a:prstGeom prst="rect">
            <a:avLst/>
          </a:prstGeom>
        </p:spPr>
      </p:pic>
      <p:sp>
        <p:nvSpPr>
          <p:cNvPr id="29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915380" y="1306253"/>
            <a:ext cx="2865438" cy="871537"/>
          </a:xfrm>
        </p:spPr>
        <p:txBody>
          <a:bodyPr>
            <a:normAutofit/>
          </a:bodyPr>
          <a:lstStyle>
            <a:lvl1pPr marL="0" indent="0">
              <a:buNone/>
              <a:defRPr sz="4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14" hasCustomPrompt="1"/>
          </p:nvPr>
        </p:nvSpPr>
        <p:spPr>
          <a:xfrm>
            <a:off x="915380" y="1838781"/>
            <a:ext cx="3024187" cy="633413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Body Copy</a:t>
            </a:r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915380" y="2290123"/>
            <a:ext cx="2865438" cy="871537"/>
          </a:xfrm>
        </p:spPr>
        <p:txBody>
          <a:bodyPr>
            <a:normAutofit/>
          </a:bodyPr>
          <a:lstStyle>
            <a:lvl1pPr marL="0" indent="0">
              <a:buNone/>
              <a:defRPr sz="4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16" hasCustomPrompt="1"/>
          </p:nvPr>
        </p:nvSpPr>
        <p:spPr>
          <a:xfrm>
            <a:off x="915380" y="2822651"/>
            <a:ext cx="3024187" cy="633413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Body Copy</a:t>
            </a:r>
          </a:p>
        </p:txBody>
      </p:sp>
      <p:sp>
        <p:nvSpPr>
          <p:cNvPr id="33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915380" y="3395117"/>
            <a:ext cx="2865438" cy="871537"/>
          </a:xfrm>
        </p:spPr>
        <p:txBody>
          <a:bodyPr>
            <a:normAutofit/>
          </a:bodyPr>
          <a:lstStyle>
            <a:lvl1pPr marL="0" indent="0">
              <a:buNone/>
              <a:defRPr sz="4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18" hasCustomPrompt="1"/>
          </p:nvPr>
        </p:nvSpPr>
        <p:spPr>
          <a:xfrm>
            <a:off x="915380" y="3927645"/>
            <a:ext cx="3024187" cy="633413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Body Copy</a:t>
            </a:r>
          </a:p>
        </p:txBody>
      </p:sp>
      <p:sp>
        <p:nvSpPr>
          <p:cNvPr id="35" name="Text Placeholder 25"/>
          <p:cNvSpPr>
            <a:spLocks noGrp="1"/>
          </p:cNvSpPr>
          <p:nvPr>
            <p:ph type="body" sz="quarter" idx="19" hasCustomPrompt="1"/>
          </p:nvPr>
        </p:nvSpPr>
        <p:spPr>
          <a:xfrm>
            <a:off x="915380" y="4439577"/>
            <a:ext cx="2865438" cy="871537"/>
          </a:xfrm>
        </p:spPr>
        <p:txBody>
          <a:bodyPr>
            <a:normAutofit/>
          </a:bodyPr>
          <a:lstStyle>
            <a:lvl1pPr marL="0" indent="0">
              <a:buNone/>
              <a:defRPr sz="4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0" hasCustomPrompt="1"/>
          </p:nvPr>
        </p:nvSpPr>
        <p:spPr>
          <a:xfrm>
            <a:off x="915380" y="4972105"/>
            <a:ext cx="3024187" cy="633413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Body Copy</a:t>
            </a:r>
          </a:p>
        </p:txBody>
      </p:sp>
      <p:sp>
        <p:nvSpPr>
          <p:cNvPr id="37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915380" y="5491532"/>
            <a:ext cx="2865438" cy="871537"/>
          </a:xfrm>
        </p:spPr>
        <p:txBody>
          <a:bodyPr>
            <a:normAutofit/>
          </a:bodyPr>
          <a:lstStyle>
            <a:lvl1pPr marL="0" indent="0">
              <a:buNone/>
              <a:defRPr sz="4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38" name="Text Placeholder 27"/>
          <p:cNvSpPr>
            <a:spLocks noGrp="1"/>
          </p:cNvSpPr>
          <p:nvPr>
            <p:ph type="body" sz="quarter" idx="22" hasCustomPrompt="1"/>
          </p:nvPr>
        </p:nvSpPr>
        <p:spPr>
          <a:xfrm>
            <a:off x="915380" y="6024060"/>
            <a:ext cx="3024187" cy="633413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Body Copy</a:t>
            </a:r>
          </a:p>
        </p:txBody>
      </p:sp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32412" y="175212"/>
            <a:ext cx="10515600" cy="480695"/>
          </a:xfrm>
        </p:spPr>
        <p:txBody>
          <a:bodyPr>
            <a:noAutofit/>
          </a:bodyPr>
          <a:lstStyle>
            <a:lvl1pPr>
              <a:defRPr sz="3200" b="1" i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1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831850" y="655638"/>
            <a:ext cx="10515600" cy="4159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2269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800-1F86-DD44-8B6A-20765179CB0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589440" y="1489547"/>
            <a:ext cx="1" cy="436023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829319" y="2214636"/>
            <a:ext cx="299891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829319" y="3312001"/>
            <a:ext cx="299891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29319" y="4409366"/>
            <a:ext cx="299891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829319" y="5506732"/>
            <a:ext cx="299891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 userDrawn="1"/>
        </p:nvSpPr>
        <p:spPr>
          <a:xfrm>
            <a:off x="0" y="0"/>
            <a:ext cx="12192000" cy="10716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 userDrawn="1"/>
        </p:nvCxnSpPr>
        <p:spPr>
          <a:xfrm>
            <a:off x="-11575" y="1064005"/>
            <a:ext cx="12203575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8701" y="-1"/>
            <a:ext cx="5373300" cy="1055159"/>
          </a:xfrm>
          <a:prstGeom prst="rect">
            <a:avLst/>
          </a:prstGeom>
        </p:spPr>
      </p:pic>
      <p:sp>
        <p:nvSpPr>
          <p:cNvPr id="41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56227" y="2479413"/>
            <a:ext cx="3957638" cy="750887"/>
          </a:xfrm>
        </p:spPr>
        <p:txBody>
          <a:bodyPr>
            <a:noAutofit/>
          </a:bodyPr>
          <a:lstStyle>
            <a:lvl1pPr marL="0" indent="0">
              <a:buNone/>
              <a:defRPr sz="1800" b="1" baseline="0">
                <a:solidFill>
                  <a:schemeClr val="accent4"/>
                </a:solidFill>
              </a:defRPr>
            </a:lvl1pPr>
            <a:lvl2pPr marL="457200" indent="0">
              <a:buNone/>
              <a:defRPr sz="1800" b="1">
                <a:solidFill>
                  <a:schemeClr val="accent4"/>
                </a:solidFill>
              </a:defRPr>
            </a:lvl2pPr>
            <a:lvl3pPr marL="914400" indent="0">
              <a:buNone/>
              <a:defRPr sz="1800" b="1">
                <a:solidFill>
                  <a:schemeClr val="accent4"/>
                </a:solidFill>
              </a:defRPr>
            </a:lvl3pPr>
            <a:lvl4pPr marL="1371600" indent="0">
              <a:buNone/>
              <a:defRPr sz="1800" b="1">
                <a:solidFill>
                  <a:schemeClr val="accent4"/>
                </a:solidFill>
              </a:defRPr>
            </a:lvl4pPr>
            <a:lvl5pPr marL="1828800" indent="0">
              <a:buNone/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756227" y="1391751"/>
            <a:ext cx="3957638" cy="750887"/>
          </a:xfrm>
        </p:spPr>
        <p:txBody>
          <a:bodyPr>
            <a:noAutofit/>
          </a:bodyPr>
          <a:lstStyle>
            <a:lvl1pPr marL="0" indent="0">
              <a:buNone/>
              <a:defRPr sz="1800" b="1" baseline="0">
                <a:solidFill>
                  <a:schemeClr val="accent4"/>
                </a:solidFill>
              </a:defRPr>
            </a:lvl1pPr>
            <a:lvl2pPr marL="457200" indent="0">
              <a:buNone/>
              <a:defRPr sz="1800" b="1">
                <a:solidFill>
                  <a:schemeClr val="accent4"/>
                </a:solidFill>
              </a:defRPr>
            </a:lvl2pPr>
            <a:lvl3pPr marL="914400" indent="0">
              <a:buNone/>
              <a:defRPr sz="1800" b="1">
                <a:solidFill>
                  <a:schemeClr val="accent4"/>
                </a:solidFill>
              </a:defRPr>
            </a:lvl3pPr>
            <a:lvl4pPr marL="1371600" indent="0">
              <a:buNone/>
              <a:defRPr sz="1800" b="1">
                <a:solidFill>
                  <a:schemeClr val="accent4"/>
                </a:solidFill>
              </a:defRPr>
            </a:lvl4pPr>
            <a:lvl5pPr marL="1828800" indent="0">
              <a:buNone/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756227" y="3567075"/>
            <a:ext cx="3957638" cy="750887"/>
          </a:xfrm>
        </p:spPr>
        <p:txBody>
          <a:bodyPr>
            <a:noAutofit/>
          </a:bodyPr>
          <a:lstStyle>
            <a:lvl1pPr marL="0" indent="0">
              <a:buNone/>
              <a:defRPr sz="1800" b="1" baseline="0">
                <a:solidFill>
                  <a:schemeClr val="accent4"/>
                </a:solidFill>
              </a:defRPr>
            </a:lvl1pPr>
            <a:lvl2pPr marL="457200" indent="0">
              <a:buNone/>
              <a:defRPr sz="1800" b="1">
                <a:solidFill>
                  <a:schemeClr val="accent4"/>
                </a:solidFill>
              </a:defRPr>
            </a:lvl2pPr>
            <a:lvl3pPr marL="914400" indent="0">
              <a:buNone/>
              <a:defRPr sz="1800" b="1">
                <a:solidFill>
                  <a:schemeClr val="accent4"/>
                </a:solidFill>
              </a:defRPr>
            </a:lvl3pPr>
            <a:lvl4pPr marL="1371600" indent="0">
              <a:buNone/>
              <a:defRPr sz="1800" b="1">
                <a:solidFill>
                  <a:schemeClr val="accent4"/>
                </a:solidFill>
              </a:defRPr>
            </a:lvl4pPr>
            <a:lvl5pPr marL="1828800" indent="0">
              <a:buNone/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756227" y="4654737"/>
            <a:ext cx="3957638" cy="750887"/>
          </a:xfrm>
        </p:spPr>
        <p:txBody>
          <a:bodyPr>
            <a:noAutofit/>
          </a:bodyPr>
          <a:lstStyle>
            <a:lvl1pPr marL="0" indent="0">
              <a:buNone/>
              <a:defRPr sz="1800" b="1" baseline="0">
                <a:solidFill>
                  <a:schemeClr val="accent4"/>
                </a:solidFill>
              </a:defRPr>
            </a:lvl1pPr>
            <a:lvl2pPr marL="457200" indent="0">
              <a:buNone/>
              <a:defRPr sz="1800" b="1">
                <a:solidFill>
                  <a:schemeClr val="accent4"/>
                </a:solidFill>
              </a:defRPr>
            </a:lvl2pPr>
            <a:lvl3pPr marL="914400" indent="0">
              <a:buNone/>
              <a:defRPr sz="1800" b="1">
                <a:solidFill>
                  <a:schemeClr val="accent4"/>
                </a:solidFill>
              </a:defRPr>
            </a:lvl3pPr>
            <a:lvl4pPr marL="1371600" indent="0">
              <a:buNone/>
              <a:defRPr sz="1800" b="1">
                <a:solidFill>
                  <a:schemeClr val="accent4"/>
                </a:solidFill>
              </a:defRPr>
            </a:lvl4pPr>
            <a:lvl5pPr marL="1828800" indent="0">
              <a:buNone/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756227" y="5742398"/>
            <a:ext cx="3957638" cy="750887"/>
          </a:xfrm>
        </p:spPr>
        <p:txBody>
          <a:bodyPr>
            <a:noAutofit/>
          </a:bodyPr>
          <a:lstStyle>
            <a:lvl1pPr marL="0" indent="0">
              <a:buNone/>
              <a:defRPr sz="1800" b="1" baseline="0">
                <a:solidFill>
                  <a:schemeClr val="accent4"/>
                </a:solidFill>
              </a:defRPr>
            </a:lvl1pPr>
            <a:lvl2pPr marL="457200" indent="0">
              <a:buNone/>
              <a:defRPr sz="1800" b="1">
                <a:solidFill>
                  <a:schemeClr val="accent4"/>
                </a:solidFill>
              </a:defRPr>
            </a:lvl2pPr>
            <a:lvl3pPr marL="914400" indent="0">
              <a:buNone/>
              <a:defRPr sz="1800" b="1">
                <a:solidFill>
                  <a:schemeClr val="accent4"/>
                </a:solidFill>
              </a:defRPr>
            </a:lvl3pPr>
            <a:lvl4pPr marL="1371600" indent="0">
              <a:buNone/>
              <a:defRPr sz="1800" b="1">
                <a:solidFill>
                  <a:schemeClr val="accent4"/>
                </a:solidFill>
              </a:defRPr>
            </a:lvl4pPr>
            <a:lvl5pPr marL="1828800" indent="0">
              <a:buNone/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832412" y="175212"/>
            <a:ext cx="10515600" cy="480695"/>
          </a:xfrm>
        </p:spPr>
        <p:txBody>
          <a:bodyPr>
            <a:noAutofit/>
          </a:bodyPr>
          <a:lstStyle>
            <a:lvl1pPr>
              <a:defRPr sz="3200" b="1" i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1850" y="655638"/>
            <a:ext cx="10515600" cy="4159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Subhead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800-1F86-DD44-8B6A-20765179CB0C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/>
          <p:nvPr userDrawn="1"/>
        </p:nvSpPr>
        <p:spPr>
          <a:xfrm>
            <a:off x="0" y="0"/>
            <a:ext cx="12192000" cy="10716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 userDrawn="1"/>
        </p:nvCxnSpPr>
        <p:spPr>
          <a:xfrm>
            <a:off x="-11575" y="1064005"/>
            <a:ext cx="12203575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8701" y="-1"/>
            <a:ext cx="5373300" cy="1055159"/>
          </a:xfrm>
          <a:prstGeom prst="rect">
            <a:avLst/>
          </a:prstGeom>
        </p:spPr>
      </p:pic>
      <p:cxnSp>
        <p:nvCxnSpPr>
          <p:cNvPr id="20" name="Straight Connector 19"/>
          <p:cNvCxnSpPr/>
          <p:nvPr userDrawn="1"/>
        </p:nvCxnSpPr>
        <p:spPr>
          <a:xfrm>
            <a:off x="3334158" y="3180652"/>
            <a:ext cx="0" cy="21568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6008002" y="3180652"/>
            <a:ext cx="0" cy="21568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8692998" y="3169599"/>
            <a:ext cx="0" cy="21568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 userDrawn="1"/>
        </p:nvCxnSpPr>
        <p:spPr>
          <a:xfrm flipH="1">
            <a:off x="988072" y="2728778"/>
            <a:ext cx="10365728" cy="361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030415" y="2053779"/>
            <a:ext cx="10323512" cy="468312"/>
          </a:xfrm>
        </p:spPr>
        <p:txBody>
          <a:bodyPr>
            <a:noAutofit/>
          </a:bodyPr>
          <a:lstStyle>
            <a:lvl1pPr marL="0" indent="0">
              <a:buNone/>
              <a:defRPr sz="2500" b="1"/>
            </a:lvl1pPr>
            <a:lvl2pPr marL="457200" indent="0">
              <a:buNone/>
              <a:defRPr sz="2500" b="1"/>
            </a:lvl2pPr>
            <a:lvl3pPr marL="914400" indent="0">
              <a:buNone/>
              <a:defRPr sz="2500" b="1"/>
            </a:lvl3pPr>
            <a:lvl4pPr marL="1371600" indent="0">
              <a:buNone/>
              <a:defRPr sz="2500" b="1"/>
            </a:lvl4pPr>
            <a:lvl5pPr marL="1828800" indent="0">
              <a:buNone/>
              <a:defRPr sz="25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744043" y="4810643"/>
            <a:ext cx="2457257" cy="468312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500" b="1"/>
            </a:lvl2pPr>
            <a:lvl3pPr marL="914400" indent="0">
              <a:buNone/>
              <a:defRPr sz="2500" b="1"/>
            </a:lvl3pPr>
            <a:lvl4pPr marL="1371600" indent="0">
              <a:buNone/>
              <a:defRPr sz="2500" b="1"/>
            </a:lvl4pPr>
            <a:lvl5pPr marL="1828800" indent="0">
              <a:buNone/>
              <a:defRPr sz="25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475463" y="4810643"/>
            <a:ext cx="2457257" cy="468312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500" b="1"/>
            </a:lvl2pPr>
            <a:lvl3pPr marL="914400" indent="0">
              <a:buNone/>
              <a:defRPr sz="2500" b="1"/>
            </a:lvl3pPr>
            <a:lvl4pPr marL="1371600" indent="0">
              <a:buNone/>
              <a:defRPr sz="2500" b="1"/>
            </a:lvl4pPr>
            <a:lvl5pPr marL="1828800" indent="0">
              <a:buNone/>
              <a:defRPr sz="25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6117675" y="4810643"/>
            <a:ext cx="2457257" cy="468312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500" b="1"/>
            </a:lvl2pPr>
            <a:lvl3pPr marL="914400" indent="0">
              <a:buNone/>
              <a:defRPr sz="2500" b="1"/>
            </a:lvl3pPr>
            <a:lvl4pPr marL="1371600" indent="0">
              <a:buNone/>
              <a:defRPr sz="2500" b="1"/>
            </a:lvl4pPr>
            <a:lvl5pPr marL="1828800" indent="0">
              <a:buNone/>
              <a:defRPr sz="25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9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8804492" y="4810643"/>
            <a:ext cx="2457257" cy="468312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500" b="1"/>
            </a:lvl2pPr>
            <a:lvl3pPr marL="914400" indent="0">
              <a:buNone/>
              <a:defRPr sz="2500" b="1"/>
            </a:lvl3pPr>
            <a:lvl4pPr marL="1371600" indent="0">
              <a:buNone/>
              <a:defRPr sz="2500" b="1"/>
            </a:lvl4pPr>
            <a:lvl5pPr marL="1828800" indent="0">
              <a:buNone/>
              <a:defRPr sz="25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744043" y="2943225"/>
            <a:ext cx="2457945" cy="174466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3442084" y="2945016"/>
            <a:ext cx="2441130" cy="174466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6123310" y="2942462"/>
            <a:ext cx="2441130" cy="174466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8804535" y="2950973"/>
            <a:ext cx="2441130" cy="174466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832412" y="175212"/>
            <a:ext cx="10515600" cy="480695"/>
          </a:xfrm>
        </p:spPr>
        <p:txBody>
          <a:bodyPr>
            <a:noAutofit/>
          </a:bodyPr>
          <a:lstStyle>
            <a:lvl1pPr>
              <a:defRPr sz="3200" b="1" i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9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831850" y="655638"/>
            <a:ext cx="10515600" cy="4159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Subhead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800-1F86-DD44-8B6A-20765179C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43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08087"/>
            <a:ext cx="5181600" cy="49688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800-1F86-DD44-8B6A-20765179CB0C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6175169" y="0"/>
            <a:ext cx="6016830" cy="1071683"/>
            <a:chOff x="4714504" y="0"/>
            <a:chExt cx="7477495" cy="133184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55178" y="0"/>
              <a:ext cx="5636821" cy="1331848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3" cstate="print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92042" y="0"/>
              <a:ext cx="463136" cy="1331848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4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28904" y="0"/>
              <a:ext cx="463138" cy="1331848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5" cstate="print">
              <a:alphaModFix amt="1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177642" y="0"/>
              <a:ext cx="451262" cy="1331848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6" cstate="print">
              <a:alphaModFix amt="1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714504" y="0"/>
              <a:ext cx="463138" cy="13318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922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10716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-11575" y="1064005"/>
            <a:ext cx="12203575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8701" y="-1"/>
            <a:ext cx="5373300" cy="105515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800-1F86-DD44-8B6A-20765179CB0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itle 1"/>
          <p:cNvSpPr txBox="1">
            <a:spLocks/>
          </p:cNvSpPr>
          <p:nvPr userDrawn="1"/>
        </p:nvSpPr>
        <p:spPr>
          <a:xfrm>
            <a:off x="838200" y="365125"/>
            <a:ext cx="10515600" cy="4806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592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800-1F86-DD44-8B6A-20765179C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68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800-1F86-DD44-8B6A-20765179C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68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800-1F86-DD44-8B6A-20765179C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42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800-1F86-DD44-8B6A-20765179C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44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800-1F86-DD44-8B6A-20765179C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9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7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45870"/>
            <a:ext cx="10515600" cy="4931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7F800-1F86-DD44-8B6A-20765179C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410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60" r:id="rId4"/>
    <p:sldLayoutId id="2147483661" r:id="rId5"/>
    <p:sldLayoutId id="2147483651" r:id="rId6"/>
    <p:sldLayoutId id="2147483652" r:id="rId7"/>
    <p:sldLayoutId id="2147483653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b="1" kern="1200">
          <a:solidFill>
            <a:schemeClr val="bg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FRT</a:t>
            </a:r>
            <a:r>
              <a:rPr lang="ko-KR" altLang="en-US" dirty="0"/>
              <a:t> </a:t>
            </a:r>
            <a:r>
              <a:rPr lang="en-US" altLang="ko-KR" dirty="0"/>
              <a:t>LH 3CELL</a:t>
            </a:r>
            <a:r>
              <a:rPr lang="ko-KR" altLang="en-US" dirty="0"/>
              <a:t> </a:t>
            </a:r>
            <a:r>
              <a:rPr lang="ko-KR" altLang="en-US" dirty="0" err="1"/>
              <a:t>럼버</a:t>
            </a:r>
            <a:r>
              <a:rPr lang="ko-KR" altLang="en-US" dirty="0"/>
              <a:t> 바코드 정보</a:t>
            </a:r>
          </a:p>
        </p:txBody>
      </p:sp>
      <p:graphicFrame>
        <p:nvGraphicFramePr>
          <p:cNvPr id="9" name="표 10">
            <a:extLst>
              <a:ext uri="{FF2B5EF4-FFF2-40B4-BE49-F238E27FC236}">
                <a16:creationId xmlns:a16="http://schemas.microsoft.com/office/drawing/2014/main" id="{971D7ECA-3FFB-4ED1-A5A2-16771DF18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259042"/>
              </p:ext>
            </p:extLst>
          </p:nvPr>
        </p:nvGraphicFramePr>
        <p:xfrm>
          <a:off x="482601" y="1268004"/>
          <a:ext cx="11060042" cy="4934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0021">
                  <a:extLst>
                    <a:ext uri="{9D8B030D-6E8A-4147-A177-3AD203B41FA5}">
                      <a16:colId xmlns:a16="http://schemas.microsoft.com/office/drawing/2014/main" val="2032930719"/>
                    </a:ext>
                  </a:extLst>
                </a:gridCol>
                <a:gridCol w="5530021">
                  <a:extLst>
                    <a:ext uri="{9D8B030D-6E8A-4147-A177-3AD203B41FA5}">
                      <a16:colId xmlns:a16="http://schemas.microsoft.com/office/drawing/2014/main" val="4205506947"/>
                    </a:ext>
                  </a:extLst>
                </a:gridCol>
              </a:tblGrid>
              <a:tr h="39613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RS4 FRT LH 3CELL LUMBAR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845938"/>
                  </a:ext>
                </a:extLst>
              </a:tr>
              <a:tr h="3961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바코드 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 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421837"/>
                  </a:ext>
                </a:extLst>
              </a:tr>
              <a:tr h="414209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802127"/>
                  </a:ext>
                </a:extLst>
              </a:tr>
            </a:tbl>
          </a:graphicData>
        </a:graphic>
      </p:graphicFrame>
      <p:sp>
        <p:nvSpPr>
          <p:cNvPr id="17" name="텍스트 개체 틀 4">
            <a:extLst>
              <a:ext uri="{FF2B5EF4-FFF2-40B4-BE49-F238E27FC236}">
                <a16:creationId xmlns:a16="http://schemas.microsoft.com/office/drawing/2014/main" id="{EBDB1935-E2D2-4550-82A9-DC466A192F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1850" y="655638"/>
            <a:ext cx="10515600" cy="415925"/>
          </a:xfrm>
        </p:spPr>
        <p:txBody>
          <a:bodyPr/>
          <a:lstStyle/>
          <a:p>
            <a:r>
              <a:rPr lang="en-US" altLang="ko-KR" dirty="0"/>
              <a:t>RS4 / 88340-T4000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7C94FD-8BB3-429C-BDDF-D56525CF0C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256546" y="2710876"/>
            <a:ext cx="2160107" cy="229262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FFC5E5D-1F48-4CF8-9273-7B9D117AFE9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15107" y="2175108"/>
            <a:ext cx="2004754" cy="379472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4BD84A4-7E4E-43BA-8215-77642E755D02}"/>
              </a:ext>
            </a:extLst>
          </p:cNvPr>
          <p:cNvSpPr/>
          <p:nvPr/>
        </p:nvSpPr>
        <p:spPr>
          <a:xfrm>
            <a:off x="8788400" y="5105400"/>
            <a:ext cx="457200" cy="139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AA83C8B-33A8-4BF9-9732-3DA38BC442C8}"/>
              </a:ext>
            </a:extLst>
          </p:cNvPr>
          <p:cNvCxnSpPr/>
          <p:nvPr/>
        </p:nvCxnSpPr>
        <p:spPr>
          <a:xfrm flipV="1">
            <a:off x="9245600" y="4648200"/>
            <a:ext cx="977900" cy="457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7AE65CF-7D3A-40BA-A786-6F2DA47F8E66}"/>
              </a:ext>
            </a:extLst>
          </p:cNvPr>
          <p:cNvSpPr txBox="1"/>
          <p:nvPr/>
        </p:nvSpPr>
        <p:spPr>
          <a:xfrm>
            <a:off x="10139695" y="4186535"/>
            <a:ext cx="1402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제어기 버전</a:t>
            </a:r>
            <a:endParaRPr lang="en-US" altLang="ko-KR" dirty="0"/>
          </a:p>
          <a:p>
            <a:r>
              <a:rPr lang="en-US" altLang="ko-KR" dirty="0"/>
              <a:t>HW  / SW</a:t>
            </a:r>
          </a:p>
          <a:p>
            <a:r>
              <a:rPr lang="en-US" altLang="ko-KR" dirty="0"/>
              <a:t>A.00 / A.00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621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FRT</a:t>
            </a:r>
            <a:r>
              <a:rPr lang="ko-KR" altLang="en-US" dirty="0"/>
              <a:t> </a:t>
            </a:r>
            <a:r>
              <a:rPr lang="en-US" altLang="ko-KR" dirty="0"/>
              <a:t>LH 12CELL</a:t>
            </a:r>
            <a:r>
              <a:rPr lang="ko-KR" altLang="en-US" dirty="0"/>
              <a:t> </a:t>
            </a:r>
            <a:r>
              <a:rPr lang="ko-KR" altLang="en-US" dirty="0" err="1"/>
              <a:t>럼버</a:t>
            </a:r>
            <a:r>
              <a:rPr lang="ko-KR" altLang="en-US" dirty="0"/>
              <a:t> 바코드 정보</a:t>
            </a:r>
          </a:p>
        </p:txBody>
      </p:sp>
      <p:graphicFrame>
        <p:nvGraphicFramePr>
          <p:cNvPr id="9" name="표 10">
            <a:extLst>
              <a:ext uri="{FF2B5EF4-FFF2-40B4-BE49-F238E27FC236}">
                <a16:creationId xmlns:a16="http://schemas.microsoft.com/office/drawing/2014/main" id="{971D7ECA-3FFB-4ED1-A5A2-16771DF18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46498"/>
              </p:ext>
            </p:extLst>
          </p:nvPr>
        </p:nvGraphicFramePr>
        <p:xfrm>
          <a:off x="482601" y="1268004"/>
          <a:ext cx="11060042" cy="4934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0021">
                  <a:extLst>
                    <a:ext uri="{9D8B030D-6E8A-4147-A177-3AD203B41FA5}">
                      <a16:colId xmlns:a16="http://schemas.microsoft.com/office/drawing/2014/main" val="2032930719"/>
                    </a:ext>
                  </a:extLst>
                </a:gridCol>
                <a:gridCol w="5530021">
                  <a:extLst>
                    <a:ext uri="{9D8B030D-6E8A-4147-A177-3AD203B41FA5}">
                      <a16:colId xmlns:a16="http://schemas.microsoft.com/office/drawing/2014/main" val="4205506947"/>
                    </a:ext>
                  </a:extLst>
                </a:gridCol>
              </a:tblGrid>
              <a:tr h="39613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RS4 FRT LH 12CELL LUMBAR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845938"/>
                  </a:ext>
                </a:extLst>
              </a:tr>
              <a:tr h="3961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바코드 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 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421837"/>
                  </a:ext>
                </a:extLst>
              </a:tr>
              <a:tr h="414209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802127"/>
                  </a:ext>
                </a:extLst>
              </a:tr>
            </a:tbl>
          </a:graphicData>
        </a:graphic>
      </p:graphicFrame>
      <p:sp>
        <p:nvSpPr>
          <p:cNvPr id="17" name="텍스트 개체 틀 4">
            <a:extLst>
              <a:ext uri="{FF2B5EF4-FFF2-40B4-BE49-F238E27FC236}">
                <a16:creationId xmlns:a16="http://schemas.microsoft.com/office/drawing/2014/main" id="{EBDB1935-E2D2-4550-82A9-DC466A192F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1850" y="655638"/>
            <a:ext cx="10515600" cy="415925"/>
          </a:xfrm>
        </p:spPr>
        <p:txBody>
          <a:bodyPr/>
          <a:lstStyle/>
          <a:p>
            <a:r>
              <a:rPr lang="en-US" altLang="ko-KR" dirty="0"/>
              <a:t>RS4 / 88340-T4200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9FFBAB8-1B1B-491C-B4A3-4A374CB5C90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321005" y="2992127"/>
            <a:ext cx="2018848" cy="213080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AB2268B-6DC6-4482-8413-1D21737C353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96171" y="2124649"/>
            <a:ext cx="1981375" cy="376077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2621E99-7749-40CD-A84D-AD6959A7789F}"/>
              </a:ext>
            </a:extLst>
          </p:cNvPr>
          <p:cNvSpPr/>
          <p:nvPr/>
        </p:nvSpPr>
        <p:spPr>
          <a:xfrm>
            <a:off x="8763000" y="5029200"/>
            <a:ext cx="457200" cy="139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C79A9E5-C017-4012-AED7-EA64480E230F}"/>
              </a:ext>
            </a:extLst>
          </p:cNvPr>
          <p:cNvCxnSpPr/>
          <p:nvPr/>
        </p:nvCxnSpPr>
        <p:spPr>
          <a:xfrm flipV="1">
            <a:off x="9220200" y="4572000"/>
            <a:ext cx="977900" cy="457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8ECF600-5C95-4768-85AE-C241F346DA47}"/>
              </a:ext>
            </a:extLst>
          </p:cNvPr>
          <p:cNvSpPr txBox="1"/>
          <p:nvPr/>
        </p:nvSpPr>
        <p:spPr>
          <a:xfrm>
            <a:off x="10114295" y="4110335"/>
            <a:ext cx="1402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제어기 버전</a:t>
            </a:r>
            <a:endParaRPr lang="en-US" altLang="ko-KR" dirty="0"/>
          </a:p>
          <a:p>
            <a:r>
              <a:rPr lang="en-US" altLang="ko-KR" dirty="0"/>
              <a:t>HW  / SW</a:t>
            </a:r>
          </a:p>
          <a:p>
            <a:r>
              <a:rPr lang="en-US" altLang="ko-KR" dirty="0"/>
              <a:t>A.00 / A.00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5894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FRT</a:t>
            </a:r>
            <a:r>
              <a:rPr lang="ko-KR" altLang="en-US" dirty="0"/>
              <a:t> </a:t>
            </a:r>
            <a:r>
              <a:rPr lang="en-US" altLang="ko-KR" dirty="0"/>
              <a:t>RH 2CELL</a:t>
            </a:r>
            <a:r>
              <a:rPr lang="ko-KR" altLang="en-US" dirty="0"/>
              <a:t> </a:t>
            </a:r>
            <a:r>
              <a:rPr lang="ko-KR" altLang="en-US" dirty="0" err="1"/>
              <a:t>럼버</a:t>
            </a:r>
            <a:r>
              <a:rPr lang="ko-KR" altLang="en-US" dirty="0"/>
              <a:t> 바코드 정보</a:t>
            </a:r>
          </a:p>
        </p:txBody>
      </p:sp>
      <p:graphicFrame>
        <p:nvGraphicFramePr>
          <p:cNvPr id="9" name="표 10">
            <a:extLst>
              <a:ext uri="{FF2B5EF4-FFF2-40B4-BE49-F238E27FC236}">
                <a16:creationId xmlns:a16="http://schemas.microsoft.com/office/drawing/2014/main" id="{971D7ECA-3FFB-4ED1-A5A2-16771DF18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699431"/>
              </p:ext>
            </p:extLst>
          </p:nvPr>
        </p:nvGraphicFramePr>
        <p:xfrm>
          <a:off x="482601" y="1268004"/>
          <a:ext cx="11060042" cy="4934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0021">
                  <a:extLst>
                    <a:ext uri="{9D8B030D-6E8A-4147-A177-3AD203B41FA5}">
                      <a16:colId xmlns:a16="http://schemas.microsoft.com/office/drawing/2014/main" val="2032930719"/>
                    </a:ext>
                  </a:extLst>
                </a:gridCol>
                <a:gridCol w="5530021">
                  <a:extLst>
                    <a:ext uri="{9D8B030D-6E8A-4147-A177-3AD203B41FA5}">
                      <a16:colId xmlns:a16="http://schemas.microsoft.com/office/drawing/2014/main" val="4205506947"/>
                    </a:ext>
                  </a:extLst>
                </a:gridCol>
              </a:tblGrid>
              <a:tr h="39613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RS4 FRT RH 2CELL LUMBAR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845938"/>
                  </a:ext>
                </a:extLst>
              </a:tr>
              <a:tr h="3961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바코드 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 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421837"/>
                  </a:ext>
                </a:extLst>
              </a:tr>
              <a:tr h="414209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802127"/>
                  </a:ext>
                </a:extLst>
              </a:tr>
            </a:tbl>
          </a:graphicData>
        </a:graphic>
      </p:graphicFrame>
      <p:sp>
        <p:nvSpPr>
          <p:cNvPr id="17" name="텍스트 개체 틀 4">
            <a:extLst>
              <a:ext uri="{FF2B5EF4-FFF2-40B4-BE49-F238E27FC236}">
                <a16:creationId xmlns:a16="http://schemas.microsoft.com/office/drawing/2014/main" id="{EBDB1935-E2D2-4550-82A9-DC466A192F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1850" y="655638"/>
            <a:ext cx="10515600" cy="415925"/>
          </a:xfrm>
        </p:spPr>
        <p:txBody>
          <a:bodyPr/>
          <a:lstStyle/>
          <a:p>
            <a:r>
              <a:rPr lang="en-US" altLang="ko-KR" dirty="0"/>
              <a:t>RS4 / 88440-T4400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3D66A85-5A66-43B4-947D-6B462D96A6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134998" y="2890007"/>
            <a:ext cx="2122415" cy="214758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13D7E0A-2116-40AA-B632-DCBB208B61D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32872" y="2189527"/>
            <a:ext cx="1989889" cy="376665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F112246-91C5-4E80-95D9-2EDA38F4FF05}"/>
              </a:ext>
            </a:extLst>
          </p:cNvPr>
          <p:cNvSpPr/>
          <p:nvPr/>
        </p:nvSpPr>
        <p:spPr>
          <a:xfrm>
            <a:off x="8788400" y="5105400"/>
            <a:ext cx="457200" cy="139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74C2572-63A8-45BB-9B6B-201BC5B996EF}"/>
              </a:ext>
            </a:extLst>
          </p:cNvPr>
          <p:cNvCxnSpPr/>
          <p:nvPr/>
        </p:nvCxnSpPr>
        <p:spPr>
          <a:xfrm flipV="1">
            <a:off x="9245600" y="4648200"/>
            <a:ext cx="977900" cy="457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61D7A40-BE6D-405B-B4DD-C07F7B21CC3C}"/>
              </a:ext>
            </a:extLst>
          </p:cNvPr>
          <p:cNvSpPr txBox="1"/>
          <p:nvPr/>
        </p:nvSpPr>
        <p:spPr>
          <a:xfrm>
            <a:off x="10139695" y="4186535"/>
            <a:ext cx="1402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제어기 버전</a:t>
            </a:r>
            <a:endParaRPr lang="en-US" altLang="ko-KR" dirty="0"/>
          </a:p>
          <a:p>
            <a:r>
              <a:rPr lang="en-US" altLang="ko-KR" dirty="0"/>
              <a:t>HW  / SW</a:t>
            </a:r>
          </a:p>
          <a:p>
            <a:r>
              <a:rPr lang="en-US" altLang="ko-KR" dirty="0"/>
              <a:t>A.00 / A.00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29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FRT</a:t>
            </a:r>
            <a:r>
              <a:rPr lang="ko-KR" altLang="en-US" dirty="0"/>
              <a:t> </a:t>
            </a:r>
            <a:r>
              <a:rPr lang="en-US" altLang="ko-KR" dirty="0"/>
              <a:t>RH 11CELL</a:t>
            </a:r>
            <a:r>
              <a:rPr lang="ko-KR" altLang="en-US" dirty="0"/>
              <a:t> </a:t>
            </a:r>
            <a:r>
              <a:rPr lang="ko-KR" altLang="en-US" dirty="0" err="1"/>
              <a:t>럼버</a:t>
            </a:r>
            <a:r>
              <a:rPr lang="ko-KR" altLang="en-US" dirty="0"/>
              <a:t> 바코드 정보</a:t>
            </a:r>
          </a:p>
        </p:txBody>
      </p:sp>
      <p:graphicFrame>
        <p:nvGraphicFramePr>
          <p:cNvPr id="9" name="표 10">
            <a:extLst>
              <a:ext uri="{FF2B5EF4-FFF2-40B4-BE49-F238E27FC236}">
                <a16:creationId xmlns:a16="http://schemas.microsoft.com/office/drawing/2014/main" id="{971D7ECA-3FFB-4ED1-A5A2-16771DF18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393814"/>
              </p:ext>
            </p:extLst>
          </p:nvPr>
        </p:nvGraphicFramePr>
        <p:xfrm>
          <a:off x="482601" y="1268004"/>
          <a:ext cx="11060042" cy="4934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0021">
                  <a:extLst>
                    <a:ext uri="{9D8B030D-6E8A-4147-A177-3AD203B41FA5}">
                      <a16:colId xmlns:a16="http://schemas.microsoft.com/office/drawing/2014/main" val="2032930719"/>
                    </a:ext>
                  </a:extLst>
                </a:gridCol>
                <a:gridCol w="5530021">
                  <a:extLst>
                    <a:ext uri="{9D8B030D-6E8A-4147-A177-3AD203B41FA5}">
                      <a16:colId xmlns:a16="http://schemas.microsoft.com/office/drawing/2014/main" val="4205506947"/>
                    </a:ext>
                  </a:extLst>
                </a:gridCol>
              </a:tblGrid>
              <a:tr h="39613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RS4 FRT RH 11CELL LUMBAR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845938"/>
                  </a:ext>
                </a:extLst>
              </a:tr>
              <a:tr h="3961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바코드 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 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421837"/>
                  </a:ext>
                </a:extLst>
              </a:tr>
              <a:tr h="414209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802127"/>
                  </a:ext>
                </a:extLst>
              </a:tr>
            </a:tbl>
          </a:graphicData>
        </a:graphic>
      </p:graphicFrame>
      <p:sp>
        <p:nvSpPr>
          <p:cNvPr id="17" name="텍스트 개체 틀 4">
            <a:extLst>
              <a:ext uri="{FF2B5EF4-FFF2-40B4-BE49-F238E27FC236}">
                <a16:creationId xmlns:a16="http://schemas.microsoft.com/office/drawing/2014/main" id="{EBDB1935-E2D2-4550-82A9-DC466A192F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1850" y="655638"/>
            <a:ext cx="10515600" cy="415925"/>
          </a:xfrm>
        </p:spPr>
        <p:txBody>
          <a:bodyPr/>
          <a:lstStyle/>
          <a:p>
            <a:r>
              <a:rPr lang="en-US" altLang="ko-KR" dirty="0"/>
              <a:t>RS4 / 88440-T4600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5723F0-CF21-4086-AAFF-ED6A236CDF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302837" y="2850962"/>
            <a:ext cx="2030015" cy="20888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014C4BD-5EE3-4D9A-9970-3C3AAE1850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32690" y="2132070"/>
            <a:ext cx="2051265" cy="388283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21310E3-37D4-4A1D-A32F-186EEBFCC113}"/>
              </a:ext>
            </a:extLst>
          </p:cNvPr>
          <p:cNvSpPr/>
          <p:nvPr/>
        </p:nvSpPr>
        <p:spPr>
          <a:xfrm>
            <a:off x="8724900" y="5143500"/>
            <a:ext cx="457200" cy="139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F877CDA-36EA-46E7-B3DB-D912AFB2F70C}"/>
              </a:ext>
            </a:extLst>
          </p:cNvPr>
          <p:cNvCxnSpPr/>
          <p:nvPr/>
        </p:nvCxnSpPr>
        <p:spPr>
          <a:xfrm flipV="1">
            <a:off x="9182100" y="4686300"/>
            <a:ext cx="977900" cy="457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2700CA3-4AE7-4E4C-A85E-107F021BBD57}"/>
              </a:ext>
            </a:extLst>
          </p:cNvPr>
          <p:cNvSpPr txBox="1"/>
          <p:nvPr/>
        </p:nvSpPr>
        <p:spPr>
          <a:xfrm>
            <a:off x="10076195" y="4224635"/>
            <a:ext cx="1402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제어기 버전</a:t>
            </a:r>
            <a:endParaRPr lang="en-US" altLang="ko-KR" dirty="0"/>
          </a:p>
          <a:p>
            <a:r>
              <a:rPr lang="en-US" altLang="ko-KR" dirty="0"/>
              <a:t>HW  / SW</a:t>
            </a:r>
          </a:p>
          <a:p>
            <a:r>
              <a:rPr lang="en-US" altLang="ko-KR" dirty="0"/>
              <a:t>A.00 / A.00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778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FRT</a:t>
            </a:r>
            <a:r>
              <a:rPr lang="ko-KR" altLang="en-US" dirty="0"/>
              <a:t> </a:t>
            </a:r>
            <a:r>
              <a:rPr lang="en-US" altLang="ko-KR" dirty="0"/>
              <a:t>RH 3CELL</a:t>
            </a:r>
            <a:r>
              <a:rPr lang="ko-KR" altLang="en-US" dirty="0"/>
              <a:t> </a:t>
            </a:r>
            <a:r>
              <a:rPr lang="ko-KR" altLang="en-US" dirty="0" err="1"/>
              <a:t>럼버</a:t>
            </a:r>
            <a:r>
              <a:rPr lang="ko-KR" altLang="en-US" dirty="0"/>
              <a:t> 바코드 정보</a:t>
            </a:r>
          </a:p>
        </p:txBody>
      </p:sp>
      <p:graphicFrame>
        <p:nvGraphicFramePr>
          <p:cNvPr id="9" name="표 10">
            <a:extLst>
              <a:ext uri="{FF2B5EF4-FFF2-40B4-BE49-F238E27FC236}">
                <a16:creationId xmlns:a16="http://schemas.microsoft.com/office/drawing/2014/main" id="{971D7ECA-3FFB-4ED1-A5A2-16771DF18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084560"/>
              </p:ext>
            </p:extLst>
          </p:nvPr>
        </p:nvGraphicFramePr>
        <p:xfrm>
          <a:off x="482601" y="1268004"/>
          <a:ext cx="11060042" cy="4934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0021">
                  <a:extLst>
                    <a:ext uri="{9D8B030D-6E8A-4147-A177-3AD203B41FA5}">
                      <a16:colId xmlns:a16="http://schemas.microsoft.com/office/drawing/2014/main" val="2032930719"/>
                    </a:ext>
                  </a:extLst>
                </a:gridCol>
                <a:gridCol w="5530021">
                  <a:extLst>
                    <a:ext uri="{9D8B030D-6E8A-4147-A177-3AD203B41FA5}">
                      <a16:colId xmlns:a16="http://schemas.microsoft.com/office/drawing/2014/main" val="4205506947"/>
                    </a:ext>
                  </a:extLst>
                </a:gridCol>
              </a:tblGrid>
              <a:tr h="39613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RS4 FRT RH 3CELL LUMBAR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845938"/>
                  </a:ext>
                </a:extLst>
              </a:tr>
              <a:tr h="3961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바코드 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 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421837"/>
                  </a:ext>
                </a:extLst>
              </a:tr>
              <a:tr h="414209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802127"/>
                  </a:ext>
                </a:extLst>
              </a:tr>
            </a:tbl>
          </a:graphicData>
        </a:graphic>
      </p:graphicFrame>
      <p:sp>
        <p:nvSpPr>
          <p:cNvPr id="17" name="텍스트 개체 틀 4">
            <a:extLst>
              <a:ext uri="{FF2B5EF4-FFF2-40B4-BE49-F238E27FC236}">
                <a16:creationId xmlns:a16="http://schemas.microsoft.com/office/drawing/2014/main" id="{EBDB1935-E2D2-4550-82A9-DC466A192F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1850" y="655638"/>
            <a:ext cx="10515600" cy="415925"/>
          </a:xfrm>
        </p:spPr>
        <p:txBody>
          <a:bodyPr/>
          <a:lstStyle/>
          <a:p>
            <a:r>
              <a:rPr lang="en-US" altLang="ko-KR" dirty="0"/>
              <a:t>RS4 / 88440-T4000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5E73E6C-EACB-4C6C-A3C1-F77CFE49ED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155970" y="2936151"/>
            <a:ext cx="2164362" cy="21643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992DA80-9C06-49D4-9A8E-27AF4E9D24F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71671" y="2361504"/>
            <a:ext cx="1750570" cy="331365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91CFDE4-3F99-41F7-A247-4DF2090F6BFE}"/>
              </a:ext>
            </a:extLst>
          </p:cNvPr>
          <p:cNvSpPr/>
          <p:nvPr/>
        </p:nvSpPr>
        <p:spPr>
          <a:xfrm>
            <a:off x="8724900" y="4927600"/>
            <a:ext cx="457200" cy="139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6E25DD6-F899-4D42-A6C2-B719AE2C3358}"/>
              </a:ext>
            </a:extLst>
          </p:cNvPr>
          <p:cNvCxnSpPr/>
          <p:nvPr/>
        </p:nvCxnSpPr>
        <p:spPr>
          <a:xfrm flipV="1">
            <a:off x="9182100" y="4470400"/>
            <a:ext cx="977900" cy="457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5283CE2-D480-4748-AE28-E568D96B3840}"/>
              </a:ext>
            </a:extLst>
          </p:cNvPr>
          <p:cNvSpPr txBox="1"/>
          <p:nvPr/>
        </p:nvSpPr>
        <p:spPr>
          <a:xfrm>
            <a:off x="10076195" y="4008735"/>
            <a:ext cx="1402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제어기 버전</a:t>
            </a:r>
            <a:endParaRPr lang="en-US" altLang="ko-KR" dirty="0"/>
          </a:p>
          <a:p>
            <a:r>
              <a:rPr lang="en-US" altLang="ko-KR" dirty="0"/>
              <a:t>HW  / SW</a:t>
            </a:r>
          </a:p>
          <a:p>
            <a:r>
              <a:rPr lang="en-US" altLang="ko-KR" dirty="0"/>
              <a:t>A.00 / A.00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952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FRT RH FOLDING SUSPENSION </a:t>
            </a:r>
            <a:endParaRPr lang="ko-KR" altLang="en-US" dirty="0"/>
          </a:p>
        </p:txBody>
      </p:sp>
      <p:graphicFrame>
        <p:nvGraphicFramePr>
          <p:cNvPr id="9" name="표 10">
            <a:extLst>
              <a:ext uri="{FF2B5EF4-FFF2-40B4-BE49-F238E27FC236}">
                <a16:creationId xmlns:a16="http://schemas.microsoft.com/office/drawing/2014/main" id="{971D7ECA-3FFB-4ED1-A5A2-16771DF18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261292"/>
              </p:ext>
            </p:extLst>
          </p:nvPr>
        </p:nvGraphicFramePr>
        <p:xfrm>
          <a:off x="482601" y="1268004"/>
          <a:ext cx="11060042" cy="4934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0021">
                  <a:extLst>
                    <a:ext uri="{9D8B030D-6E8A-4147-A177-3AD203B41FA5}">
                      <a16:colId xmlns:a16="http://schemas.microsoft.com/office/drawing/2014/main" val="2032930719"/>
                    </a:ext>
                  </a:extLst>
                </a:gridCol>
                <a:gridCol w="5530021">
                  <a:extLst>
                    <a:ext uri="{9D8B030D-6E8A-4147-A177-3AD203B41FA5}">
                      <a16:colId xmlns:a16="http://schemas.microsoft.com/office/drawing/2014/main" val="4205506947"/>
                    </a:ext>
                  </a:extLst>
                </a:gridCol>
              </a:tblGrid>
              <a:tr h="39613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FRT RH FOLDING SUSPENSION 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845938"/>
                  </a:ext>
                </a:extLst>
              </a:tr>
              <a:tr h="3961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바코드 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 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421837"/>
                  </a:ext>
                </a:extLst>
              </a:tr>
              <a:tr h="414209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802127"/>
                  </a:ext>
                </a:extLst>
              </a:tr>
            </a:tbl>
          </a:graphicData>
        </a:graphic>
      </p:graphicFrame>
      <p:sp>
        <p:nvSpPr>
          <p:cNvPr id="17" name="텍스트 개체 틀 4">
            <a:extLst>
              <a:ext uri="{FF2B5EF4-FFF2-40B4-BE49-F238E27FC236}">
                <a16:creationId xmlns:a16="http://schemas.microsoft.com/office/drawing/2014/main" id="{EBDB1935-E2D2-4550-82A9-DC466A192F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1850" y="655638"/>
            <a:ext cx="10515600" cy="415925"/>
          </a:xfrm>
        </p:spPr>
        <p:txBody>
          <a:bodyPr/>
          <a:lstStyle/>
          <a:p>
            <a:r>
              <a:rPr lang="en-US" altLang="ko-KR" dirty="0"/>
              <a:t>RS4 / 88440-T4300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2B54FD2-C165-40D2-85F0-8E128E2232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477673" y="3184898"/>
            <a:ext cx="1543571" cy="154941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6FA2127-D7FB-4B2F-909D-9B033924FFA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93827" y="2206303"/>
            <a:ext cx="1954848" cy="370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531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FRT RH FOOTREST SUSPENSION </a:t>
            </a:r>
            <a:endParaRPr lang="ko-KR" altLang="en-US" dirty="0"/>
          </a:p>
        </p:txBody>
      </p:sp>
      <p:graphicFrame>
        <p:nvGraphicFramePr>
          <p:cNvPr id="9" name="표 10">
            <a:extLst>
              <a:ext uri="{FF2B5EF4-FFF2-40B4-BE49-F238E27FC236}">
                <a16:creationId xmlns:a16="http://schemas.microsoft.com/office/drawing/2014/main" id="{971D7ECA-3FFB-4ED1-A5A2-16771DF18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144747"/>
              </p:ext>
            </p:extLst>
          </p:nvPr>
        </p:nvGraphicFramePr>
        <p:xfrm>
          <a:off x="482601" y="1268004"/>
          <a:ext cx="11060042" cy="4934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0021">
                  <a:extLst>
                    <a:ext uri="{9D8B030D-6E8A-4147-A177-3AD203B41FA5}">
                      <a16:colId xmlns:a16="http://schemas.microsoft.com/office/drawing/2014/main" val="2032930719"/>
                    </a:ext>
                  </a:extLst>
                </a:gridCol>
                <a:gridCol w="5530021">
                  <a:extLst>
                    <a:ext uri="{9D8B030D-6E8A-4147-A177-3AD203B41FA5}">
                      <a16:colId xmlns:a16="http://schemas.microsoft.com/office/drawing/2014/main" val="4205506947"/>
                    </a:ext>
                  </a:extLst>
                </a:gridCol>
              </a:tblGrid>
              <a:tr h="39613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FRT RH FOOTREST SUSPENSION 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845938"/>
                  </a:ext>
                </a:extLst>
              </a:tr>
              <a:tr h="3961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바코드 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 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421837"/>
                  </a:ext>
                </a:extLst>
              </a:tr>
              <a:tr h="414209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802127"/>
                  </a:ext>
                </a:extLst>
              </a:tr>
            </a:tbl>
          </a:graphicData>
        </a:graphic>
      </p:graphicFrame>
      <p:sp>
        <p:nvSpPr>
          <p:cNvPr id="17" name="텍스트 개체 틀 4">
            <a:extLst>
              <a:ext uri="{FF2B5EF4-FFF2-40B4-BE49-F238E27FC236}">
                <a16:creationId xmlns:a16="http://schemas.microsoft.com/office/drawing/2014/main" id="{EBDB1935-E2D2-4550-82A9-DC466A192F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1850" y="655638"/>
            <a:ext cx="10515600" cy="415925"/>
          </a:xfrm>
        </p:spPr>
        <p:txBody>
          <a:bodyPr/>
          <a:lstStyle/>
          <a:p>
            <a:r>
              <a:rPr lang="en-US" altLang="ko-KR" dirty="0"/>
              <a:t>RS4 / 88440-T4310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A3D4399-6B36-4848-A6C3-A30AEF4D2AC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441584" y="3145484"/>
            <a:ext cx="1609909" cy="166101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01684EA-2F04-4668-85F6-28057D664E6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06496" y="2214694"/>
            <a:ext cx="1969475" cy="373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53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lectric-Automotive">
      <a:dk1>
        <a:srgbClr val="000000"/>
      </a:dk1>
      <a:lt1>
        <a:srgbClr val="FFFFFF"/>
      </a:lt1>
      <a:dk2>
        <a:srgbClr val="BEBEBE"/>
      </a:dk2>
      <a:lt2>
        <a:srgbClr val="E7E6E6"/>
      </a:lt2>
      <a:accent1>
        <a:srgbClr val="022546"/>
      </a:accent1>
      <a:accent2>
        <a:srgbClr val="0662C0"/>
      </a:accent2>
      <a:accent3>
        <a:srgbClr val="00AFEF"/>
      </a:accent3>
      <a:accent4>
        <a:srgbClr val="595959"/>
      </a:accent4>
      <a:accent5>
        <a:srgbClr val="000000"/>
      </a:accent5>
      <a:accent6>
        <a:srgbClr val="000000"/>
      </a:accent6>
      <a:hlink>
        <a:srgbClr val="0563C1"/>
      </a:hlink>
      <a:folHlink>
        <a:srgbClr val="0070C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&amp;P_Electric:Auto_TemplatewithDesignGuide_v1_102418" id="{25A2310F-3A30-A845-81FC-7526DD1E3CF3}" vid="{D937BF9E-9CB3-8F4B-B3C5-184FDB847F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837</TotalTime>
  <Words>187</Words>
  <Application>Microsoft Office PowerPoint</Application>
  <PresentationFormat>와이드스크린</PresentationFormat>
  <Paragraphs>57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FRT LH 3CELL 럼버 바코드 정보</vt:lpstr>
      <vt:lpstr>FRT LH 12CELL 럼버 바코드 정보</vt:lpstr>
      <vt:lpstr>FRT RH 2CELL 럼버 바코드 정보</vt:lpstr>
      <vt:lpstr>FRT RH 11CELL 럼버 바코드 정보</vt:lpstr>
      <vt:lpstr>FRT RH 3CELL 럼버 바코드 정보</vt:lpstr>
      <vt:lpstr>FRT RH FOLDING SUSPENSION </vt:lpstr>
      <vt:lpstr>FRT RH FOOTREST SUSPENSION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julie@boxboomcreative.com</dc:creator>
  <cp:lastModifiedBy>Jeonghun Kim</cp:lastModifiedBy>
  <cp:revision>56</cp:revision>
  <dcterms:created xsi:type="dcterms:W3CDTF">2018-10-26T17:15:52Z</dcterms:created>
  <dcterms:modified xsi:type="dcterms:W3CDTF">2021-02-26T05:45:51Z</dcterms:modified>
</cp:coreProperties>
</file>